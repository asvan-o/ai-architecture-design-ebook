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cd230267ce94d06" /><Relationship Type="http://schemas.openxmlformats.org/officeDocument/2006/relationships/extended-properties" Target="/docProps/app.xml" Id="Rce43a875ad8048f5" /><Relationship Type="http://schemas.openxmlformats.org/officeDocument/2006/relationships/officeDocument" Target="/ppt/presentation.xml" Id="Raa4949aff473451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c5ff888935343a7"/>
  </p:sldMasterIdLst>
  <p:notesMasterIdLst>
    <p:notesMasterId xmlns:r="http://schemas.openxmlformats.org/officeDocument/2006/relationships" r:id="Re0d1b260b8e449f8"/>
  </p:notesMasterIdLst>
  <p:sldIdLst>
    <p:sldId xmlns:r="http://schemas.openxmlformats.org/officeDocument/2006/relationships" id="256" r:id="R918b93acddef4e12"/>
    <p:sldId xmlns:r="http://schemas.openxmlformats.org/officeDocument/2006/relationships" id="257" r:id="R59a449fd512b414d"/>
    <p:sldId xmlns:r="http://schemas.openxmlformats.org/officeDocument/2006/relationships" id="258" r:id="Rc16cd7e10e9b4813"/>
    <p:sldId xmlns:r="http://schemas.openxmlformats.org/officeDocument/2006/relationships" id="259" r:id="R064ebf42af78422a"/>
    <p:sldId xmlns:r="http://schemas.openxmlformats.org/officeDocument/2006/relationships" id="260" r:id="R9e7cb7aa8f1b4c9b"/>
    <p:sldId xmlns:r="http://schemas.openxmlformats.org/officeDocument/2006/relationships" id="261" r:id="R93c2155217bd482e"/>
    <p:sldId xmlns:r="http://schemas.openxmlformats.org/officeDocument/2006/relationships" id="262" r:id="Racd0cc9a1b9445d7"/>
    <p:sldId xmlns:r="http://schemas.openxmlformats.org/officeDocument/2006/relationships" id="263" r:id="Rce85ca03a6ac4e4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2b05f8d4a5b4658" /><Relationship Type="http://schemas.openxmlformats.org/officeDocument/2006/relationships/slideMaster" Target="/ppt/slideMasters/slideMaster1.xml" Id="Rbc5ff888935343a7" /><Relationship Type="http://schemas.openxmlformats.org/officeDocument/2006/relationships/notesMaster" Target="/ppt/notesMasters/notesMaster1.xml" Id="Re0d1b260b8e449f8" /><Relationship Type="http://schemas.openxmlformats.org/officeDocument/2006/relationships/presProps" Target="/ppt/presProps.xml" Id="R1b81f50a1b6a4fbe" /><Relationship Type="http://schemas.openxmlformats.org/officeDocument/2006/relationships/tableStyles" Target="/ppt/tableStyles.xml" Id="R0e346f8db5e74ea2" /><Relationship Type="http://schemas.openxmlformats.org/officeDocument/2006/relationships/slide" Target="/ppt/slides/slide1.xml" Id="R918b93acddef4e12" /><Relationship Type="http://schemas.openxmlformats.org/officeDocument/2006/relationships/slide" Target="/ppt/slides/slide2.xml" Id="R59a449fd512b414d" /><Relationship Type="http://schemas.openxmlformats.org/officeDocument/2006/relationships/slide" Target="/ppt/slides/slide3.xml" Id="Rc16cd7e10e9b4813" /><Relationship Type="http://schemas.openxmlformats.org/officeDocument/2006/relationships/slide" Target="/ppt/slides/slide4.xml" Id="R064ebf42af78422a" /><Relationship Type="http://schemas.openxmlformats.org/officeDocument/2006/relationships/slide" Target="/ppt/slides/slide5.xml" Id="R9e7cb7aa8f1b4c9b" /><Relationship Type="http://schemas.openxmlformats.org/officeDocument/2006/relationships/slide" Target="/ppt/slides/slide6.xml" Id="R93c2155217bd482e" /><Relationship Type="http://schemas.openxmlformats.org/officeDocument/2006/relationships/slide" Target="/ppt/slides/slide7.xml" Id="Racd0cc9a1b9445d7" /><Relationship Type="http://schemas.openxmlformats.org/officeDocument/2006/relationships/slide" Target="/ppt/slides/slide8.xml" Id="Rce85ca03a6ac4e4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1eb6255b0294ec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186a4e7660b4c21" /><Relationship Type="http://schemas.openxmlformats.org/officeDocument/2006/relationships/notesMaster" Target="/ppt/notesMasters/notesMaster1.xml" Id="R35e6202c94d4461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bd943a10e714f8b" /><Relationship Type="http://schemas.openxmlformats.org/officeDocument/2006/relationships/notesMaster" Target="/ppt/notesMasters/notesMaster1.xml" Id="R76cc04c044c148f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9bf459f499f4a09" /><Relationship Type="http://schemas.openxmlformats.org/officeDocument/2006/relationships/notesMaster" Target="/ppt/notesMasters/notesMaster1.xml" Id="Rea0017ab638d455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df674c2c0924f7e" /><Relationship Type="http://schemas.openxmlformats.org/officeDocument/2006/relationships/notesMaster" Target="/ppt/notesMasters/notesMaster1.xml" Id="R9fded4c0647942e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6c94288e68c4b0f" /><Relationship Type="http://schemas.openxmlformats.org/officeDocument/2006/relationships/notesMaster" Target="/ppt/notesMasters/notesMaster1.xml" Id="R071a256d7cf1425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94eb2f2d52c4ee2" /><Relationship Type="http://schemas.openxmlformats.org/officeDocument/2006/relationships/notesMaster" Target="/ppt/notesMasters/notesMaster1.xml" Id="R04d7d682dcc44d6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d6a355f97574ea1" /><Relationship Type="http://schemas.openxmlformats.org/officeDocument/2006/relationships/notesMaster" Target="/ppt/notesMasters/notesMaster1.xml" Id="R4ad3eac85bde429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e62704591e143ad" /><Relationship Type="http://schemas.openxmlformats.org/officeDocument/2006/relationships/notesMaster" Target="/ppt/notesMasters/notesMaster1.xml" Id="R341d0ed16c80479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제9차시 자체 제작 모던 3층 단독주택의 평면·단면·입면과 Blender 기준 렌더. 실사 이미지는 image_gen으로 재료·조명을 제안한 파생 이미지이며 정확한 기하·허가·구조 성능은 원자료와 별도 검토. 실제 재료 참조 원본: src/assets/lessons/04/material-reference-review/m-14, m-12, m-23, m-21, m-22. ARCHI NOVA는 신규 교육용 로고. 생성 프롬프트·출처·해시는 패키지 기록 참조.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제9차시 자체 제작 모던 3층 단독주택의 평면·단면·입면과 Blender 기준 렌더. 실사 이미지는 image_gen으로 재료·조명을 제안한 파생 이미지이며 정확한 기하·허가·구조 성능은 원자료와 별도 검토. 실제 재료 참조 원본: src/assets/lessons/04/material-reference-review/m-14, m-12, m-23, m-21, m-22. ARCHI NOVA는 신규 교육용 로고. 생성 프롬프트·출처·해시는 패키지 기록 참조.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제9차시 자체 제작 모던 3층 단독주택의 평면·단면·입면과 Blender 기준 렌더. 실사 이미지는 image_gen으로 재료·조명을 제안한 파생 이미지이며 정확한 기하·허가·구조 성능은 원자료와 별도 검토. 실제 재료 참조 원본: src/assets/lessons/04/material-reference-review/m-14, m-12, m-23, m-21, m-22. ARCHI NOVA는 신규 교육용 로고. 생성 프롬프트·출처·해시는 패키지 기록 참조.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제9차시 자체 제작 모던 3층 단독주택의 평면·단면·입면과 Blender 기준 렌더. 실사 이미지는 image_gen으로 재료·조명을 제안한 파생 이미지이며 정확한 기하·허가·구조 성능은 원자료와 별도 검토. 실제 재료 참조 원본: src/assets/lessons/04/material-reference-review/m-14, m-12, m-23, m-21, m-22. ARCHI NOVA는 신규 교육용 로고. 생성 프롬프트·출처·해시는 패키지 기록 참조.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제9차시 자체 제작 모던 3층 단독주택의 평면·단면·입면과 Blender 기준 렌더. 실사 이미지는 image_gen으로 재료·조명을 제안한 파생 이미지이며 정확한 기하·허가·구조 성능은 원자료와 별도 검토. 실제 재료 참조 원본: src/assets/lessons/04/material-reference-review/m-14, m-12, m-23, m-21, m-22. ARCHI NOVA는 신규 교육용 로고. 생성 프롬프트·출처·해시는 패키지 기록 참조.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제9차시 자체 제작 모던 3층 단독주택의 평면·단면·입면과 Blender 기준 렌더. 실사 이미지는 image_gen으로 재료·조명을 제안한 파생 이미지이며 정확한 기하·허가·구조 성능은 원자료와 별도 검토. 실제 재료 참조 원본: src/assets/lessons/04/material-reference-review/m-14, m-12, m-23, m-21, m-22. ARCHI NOVA는 신규 교육용 로고. 생성 프롬프트·출처·해시는 패키지 기록 참조.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제9차시 자체 제작 모던 3층 단독주택의 평면·단면·입면과 Blender 기준 렌더. 실사 이미지는 image_gen으로 재료·조명을 제안한 파생 이미지이며 정확한 기하·허가·구조 성능은 원자료와 별도 검토. 실제 재료 참조 원본: src/assets/lessons/04/material-reference-review/m-14, m-12, m-23, m-21, m-22. ARCHI NOVA는 신규 교육용 로고. 생성 프롬프트·출처·해시는 패키지 기록 참조.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제9차시 자체 제작 모던 3층 단독주택의 평면·단면·입면과 Blender 기준 렌더. 실사 이미지는 image_gen으로 재료·조명을 제안한 파생 이미지이며 정확한 기하·허가·구조 성능은 원자료와 별도 검토. 실제 재료 참조 원본: src/assets/lessons/04/material-reference-review/m-14, m-12, m-23, m-21, m-22. ARCHI NOVA는 신규 교육용 로고. 생성 프롬프트·출처·해시는 패키지 기록 참조.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4aef49767947a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208870194740c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33061c6fec42b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816f9b975f4c1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56c08dfa73448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62d60f40f6429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443CC6E-6AE2-42B3-8C7E-907F5A3AE1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25AE7CB-5BA9-4C57-8D2C-E5757C96586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82DDABD-E6A2-4A55-B4BA-EEAEE2B9EF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8A769A7-912F-4CE4-9996-A791C07DAD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8DB38B5-5199-4CE4-9A1F-2EBC4A52585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EEA2CC9-1DE0-4756-AAB9-BE13BD0471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4350A98-2644-4AE7-AF74-6BF3684CEA0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6E1A581-D337-43F0-8BE0-FC00F393D5E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2A2CD8E-0581-4C39-ADBF-BFEB63159F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D10EA03-5BE4-4681-A877-B56E0EBC696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3e49f364c54400d" /><Relationship Type="http://schemas.openxmlformats.org/officeDocument/2006/relationships/slideLayout" Target="/ppt/slideLayouts/slideLayout1.xml" Id="R95f62c2ab1304af2" /><Relationship Type="http://schemas.openxmlformats.org/officeDocument/2006/relationships/slideLayout" Target="/ppt/slideLayouts/slideLayout2.xml" Id="Ra1f0e52c24b442f0" /><Relationship Type="http://schemas.openxmlformats.org/officeDocument/2006/relationships/slideLayout" Target="/ppt/slideLayouts/slideLayout3.xml" Id="Rfcf5e777433a4a0c" /><Relationship Type="http://schemas.openxmlformats.org/officeDocument/2006/relationships/slideLayout" Target="/ppt/slideLayouts/slideLayout4.xml" Id="R2809e3da97bc4d5c" /><Relationship Type="http://schemas.openxmlformats.org/officeDocument/2006/relationships/slideLayout" Target="/ppt/slideLayouts/slideLayout5.xml" Id="R6d5355b5fe8b41e1" /><Relationship Type="http://schemas.openxmlformats.org/officeDocument/2006/relationships/slideLayout" Target="/ppt/slideLayouts/slideLayout6.xml" Id="Rc4e7c07f69a144b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5f62c2ab1304af2"/>
    <p:sldLayoutId xmlns:r="http://schemas.openxmlformats.org/officeDocument/2006/relationships" id="2147483650" r:id="Ra1f0e52c24b442f0"/>
    <p:sldLayoutId xmlns:r="http://schemas.openxmlformats.org/officeDocument/2006/relationships" id="2147483651" r:id="Rfcf5e777433a4a0c"/>
    <p:sldLayoutId xmlns:r="http://schemas.openxmlformats.org/officeDocument/2006/relationships" id="2147483652" r:id="R2809e3da97bc4d5c"/>
    <p:sldLayoutId xmlns:r="http://schemas.openxmlformats.org/officeDocument/2006/relationships" id="2147483653" r:id="R6d5355b5fe8b41e1"/>
    <p:sldLayoutId xmlns:r="http://schemas.openxmlformats.org/officeDocument/2006/relationships" id="2147483654" r:id="Rc4e7c07f69a144b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daaae91f284b2f" /><Relationship Type="http://schemas.openxmlformats.org/officeDocument/2006/relationships/image" Target="/ppt/media/image.png" Id="Raac580974b4e4a87" /><Relationship Type="http://schemas.openxmlformats.org/officeDocument/2006/relationships/image" Target="/ppt/media/image2.png" Id="Rdd765a183638445a" /><Relationship Type="http://schemas.openxmlformats.org/officeDocument/2006/relationships/notesSlide" Target="/ppt/notesSlides/notesSlide1.xml" Id="Rb1ef40d6cf4d4b8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a0e80f123f42a3" /><Relationship Type="http://schemas.openxmlformats.org/officeDocument/2006/relationships/image" Target="/ppt/media/image3.png" Id="R3c6af6b0acd545cc" /><Relationship Type="http://schemas.openxmlformats.org/officeDocument/2006/relationships/image" Target="/ppt/media/image4.png" Id="R5a18f03a04964664" /><Relationship Type="http://schemas.openxmlformats.org/officeDocument/2006/relationships/notesSlide" Target="/ppt/notesSlides/notesSlide2.xml" Id="Rd27d5153807a445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479290d2084143" /><Relationship Type="http://schemas.openxmlformats.org/officeDocument/2006/relationships/image" Target="/ppt/media/image5.png" Id="R8b58805331a34ae1" /><Relationship Type="http://schemas.openxmlformats.org/officeDocument/2006/relationships/image" Target="/ppt/media/image6.png" Id="R80a2be2d285a4a51" /><Relationship Type="http://schemas.openxmlformats.org/officeDocument/2006/relationships/image" Target="/ppt/media/image7.png" Id="R1588a90aebfd4d54" /><Relationship Type="http://schemas.openxmlformats.org/officeDocument/2006/relationships/image" Target="/ppt/media/image8.png" Id="Rb930539ff6614aa5" /><Relationship Type="http://schemas.openxmlformats.org/officeDocument/2006/relationships/image" Target="/ppt/media/image9.png" Id="Reed2e7a4e00a48e8" /><Relationship Type="http://schemas.openxmlformats.org/officeDocument/2006/relationships/image" Target="/ppt/media/image10.png" Id="Rc0a015f327524d0b" /><Relationship Type="http://schemas.openxmlformats.org/officeDocument/2006/relationships/image" Target="/ppt/media/image11.png" Id="Rc1eeafb8528947b8" /><Relationship Type="http://schemas.openxmlformats.org/officeDocument/2006/relationships/image" Target="/ppt/media/image12.png" Id="Rfc686adce2e54225" /><Relationship Type="http://schemas.openxmlformats.org/officeDocument/2006/relationships/notesSlide" Target="/ppt/notesSlides/notesSlide3.xml" Id="R1077610e9253435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5c4a783b2c45d6" /><Relationship Type="http://schemas.openxmlformats.org/officeDocument/2006/relationships/image" Target="/ppt/media/image13.png" Id="Rb657a4803df6487e" /><Relationship Type="http://schemas.openxmlformats.org/officeDocument/2006/relationships/image" Target="/ppt/media/image14.png" Id="Rc529a4cee5c343be" /><Relationship Type="http://schemas.openxmlformats.org/officeDocument/2006/relationships/image" Target="/ppt/media/image15.png" Id="R9d98b333b6064abd" /><Relationship Type="http://schemas.openxmlformats.org/officeDocument/2006/relationships/image" Target="/ppt/media/image16.png" Id="R5b883fce0365414c" /><Relationship Type="http://schemas.openxmlformats.org/officeDocument/2006/relationships/notesSlide" Target="/ppt/notesSlides/notesSlide4.xml" Id="R06273f5513c1436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f1a842409e495b" /><Relationship Type="http://schemas.openxmlformats.org/officeDocument/2006/relationships/image" Target="/ppt/media/image17.png" Id="R0187fdf096d9401d" /><Relationship Type="http://schemas.openxmlformats.org/officeDocument/2006/relationships/image" Target="/ppt/media/image18.png" Id="R4a20dd53802643e4" /><Relationship Type="http://schemas.openxmlformats.org/officeDocument/2006/relationships/image" Target="/ppt/media/image19.png" Id="R88c83a2fc6cd42f2" /><Relationship Type="http://schemas.openxmlformats.org/officeDocument/2006/relationships/notesSlide" Target="/ppt/notesSlides/notesSlide5.xml" Id="R5dfba2b153ed47d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513cca6c864e59" /><Relationship Type="http://schemas.openxmlformats.org/officeDocument/2006/relationships/image" Target="/ppt/media/image20.png" Id="R3f93c28aa79a4b7a" /><Relationship Type="http://schemas.openxmlformats.org/officeDocument/2006/relationships/image" Target="/ppt/media/image21.png" Id="R2424a72c7e4e49e5" /><Relationship Type="http://schemas.openxmlformats.org/officeDocument/2006/relationships/image" Target="/ppt/media/image22.png" Id="R042e7880e4514f94" /><Relationship Type="http://schemas.openxmlformats.org/officeDocument/2006/relationships/notesSlide" Target="/ppt/notesSlides/notesSlide6.xml" Id="R82fa67adaaf44e9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f87cd910fa493b" /><Relationship Type="http://schemas.openxmlformats.org/officeDocument/2006/relationships/image" Target="/ppt/media/image23.png" Id="R7a465347f6fd4ebb" /><Relationship Type="http://schemas.openxmlformats.org/officeDocument/2006/relationships/image" Target="/ppt/media/image24.png" Id="Rb31f977a92184ee3" /><Relationship Type="http://schemas.openxmlformats.org/officeDocument/2006/relationships/image" Target="/ppt/media/image25.png" Id="R949399dcea144fa6" /><Relationship Type="http://schemas.openxmlformats.org/officeDocument/2006/relationships/image" Target="/ppt/media/image26.png" Id="R7af108615e2d420a" /><Relationship Type="http://schemas.openxmlformats.org/officeDocument/2006/relationships/notesSlide" Target="/ppt/notesSlides/notesSlide7.xml" Id="R2cf2bf8eb3ce4a2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3d1c26403344f9" /><Relationship Type="http://schemas.openxmlformats.org/officeDocument/2006/relationships/image" Target="/ppt/media/image27.png" Id="R66da526230724d37" /><Relationship Type="http://schemas.openxmlformats.org/officeDocument/2006/relationships/notesSlide" Target="/ppt/notesSlides/notesSlide8.xml" Id="R64f48d9730bc486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08F061-BCBE-4626-AF4C-9561530B98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c580974b4e4a87"/>
          <a:stretch xmlns:a="http://schemas.openxmlformats.org/drawingml/2006/main"/>
        </p:blipFill>
        <p:spPr>
          <a:xfrm xmlns:a="http://schemas.openxmlformats.org/drawingml/2006/main">
            <a:off x="798863" y="333375"/>
            <a:ext cx="2117025" cy="635318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C1199D-6736-4FA7-A8F9-3CCA460CD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76375"/>
            <a:ext cx="523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475" b="0">
                <a:solidFill>
                  <a:srgbClr val="9B7C58"/>
                </a:solidFill>
              </a:defRPr>
            </a:defPPr>
            <a:lvl1pPr>
              <a:defRPr sz="2475" b="0">
                <a:solidFill>
                  <a:srgbClr val="9B7C58"/>
                </a:solidFill>
              </a:defRPr>
            </a:lvl1pPr>
            <a:lvl2pPr>
              <a:defRPr sz="2475" b="0">
                <a:solidFill>
                  <a:srgbClr val="9B7C58"/>
                </a:solidFill>
              </a:defRPr>
            </a:lvl2pPr>
            <a:lvl3pPr>
              <a:defRPr sz="2475" b="0">
                <a:solidFill>
                  <a:srgbClr val="9B7C58"/>
                </a:solidFill>
              </a:defRPr>
            </a:lvl3pPr>
            <a:lvl4pPr>
              <a:defRPr sz="2475" b="0">
                <a:solidFill>
                  <a:srgbClr val="9B7C58"/>
                </a:solidFill>
              </a:defRPr>
            </a:lvl4pPr>
            <a:lvl5pPr>
              <a:defRPr sz="2475" b="0">
                <a:solidFill>
                  <a:srgbClr val="9B7C58"/>
                </a:solidFill>
              </a:defRPr>
            </a:lvl5pPr>
            <a:lvl6pPr>
              <a:defRPr sz="2475" b="0">
                <a:solidFill>
                  <a:srgbClr val="9B7C58"/>
                </a:solidFill>
              </a:defRPr>
            </a:lvl6pPr>
            <a:lvl7pPr>
              <a:defRPr sz="2475" b="0">
                <a:solidFill>
                  <a:srgbClr val="9B7C58"/>
                </a:solidFill>
              </a:defRPr>
            </a:lvl7pPr>
            <a:lvl8pPr>
              <a:defRPr sz="2475" b="0">
                <a:solidFill>
                  <a:srgbClr val="9B7C58"/>
                </a:solidFill>
              </a:defRPr>
            </a:lvl8pPr>
            <a:lvl9pPr>
              <a:defRPr sz="2475" b="0">
                <a:solidFill>
                  <a:srgbClr val="9B7C58"/>
                </a:solidFill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9B7C58"/>
                </a:solidFill>
              </a:defRPr>
            </a:pPr>
            <a:r>
              <a:rPr sz="2475" b="0">
                <a:solidFill>
                  <a:srgbClr val="9B7C58"/>
                </a:solidFill>
                <a:latin typeface="Malgun Gothic"/>
                <a:ea typeface="Malgun Gothic"/>
                <a:cs typeface="Malgun Gothic"/>
              </a:rPr>
              <a:t>ARCHITECTURE &amp;</a:t>
            </a:r>
          </a:p>
          <a:p xmlns:a="http://schemas.openxmlformats.org/drawingml/2006/main">
            <a:pPr>
              <a:defRPr sz="2475" b="0">
                <a:solidFill>
                  <a:srgbClr val="9B7C58"/>
                </a:solidFill>
              </a:defRPr>
            </a:pPr>
            <a:r>
              <a:rPr sz="2475" b="0">
                <a:solidFill>
                  <a:srgbClr val="9B7C58"/>
                </a:solidFill>
                <a:latin typeface="Malgun Gothic"/>
                <a:ea typeface="Malgun Gothic"/>
                <a:cs typeface="Malgun Gothic"/>
              </a:rPr>
              <a:t>INTERIOR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18A460-3ADF-4BD9-BCCE-005877060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762250"/>
            <a:ext cx="46672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4875" b="1">
                <a:solidFill>
                  <a:srgbClr val="302C27"/>
                </a:solidFill>
              </a:defRPr>
            </a:defPPr>
            <a:lvl1pPr>
              <a:defRPr sz="4875" b="1">
                <a:solidFill>
                  <a:srgbClr val="302C27"/>
                </a:solidFill>
              </a:defRPr>
            </a:lvl1pPr>
            <a:lvl2pPr>
              <a:defRPr sz="4875" b="1">
                <a:solidFill>
                  <a:srgbClr val="302C27"/>
                </a:solidFill>
              </a:defRPr>
            </a:lvl2pPr>
            <a:lvl3pPr>
              <a:defRPr sz="4875" b="1">
                <a:solidFill>
                  <a:srgbClr val="302C27"/>
                </a:solidFill>
              </a:defRPr>
            </a:lvl3pPr>
            <a:lvl4pPr>
              <a:defRPr sz="4875" b="1">
                <a:solidFill>
                  <a:srgbClr val="302C27"/>
                </a:solidFill>
              </a:defRPr>
            </a:lvl4pPr>
            <a:lvl5pPr>
              <a:defRPr sz="4875" b="1">
                <a:solidFill>
                  <a:srgbClr val="302C27"/>
                </a:solidFill>
              </a:defRPr>
            </a:lvl5pPr>
            <a:lvl6pPr>
              <a:defRPr sz="4875" b="1">
                <a:solidFill>
                  <a:srgbClr val="302C27"/>
                </a:solidFill>
              </a:defRPr>
            </a:lvl6pPr>
            <a:lvl7pPr>
              <a:defRPr sz="4875" b="1">
                <a:solidFill>
                  <a:srgbClr val="302C27"/>
                </a:solidFill>
              </a:defRPr>
            </a:lvl7pPr>
            <a:lvl8pPr>
              <a:defRPr sz="4875" b="1">
                <a:solidFill>
                  <a:srgbClr val="302C27"/>
                </a:solidFill>
              </a:defRPr>
            </a:lvl8pPr>
            <a:lvl9pPr>
              <a:defRPr sz="4875" b="1">
                <a:solidFill>
                  <a:srgbClr val="302C27"/>
                </a:solidFill>
              </a:defRPr>
            </a:lvl9pPr>
          </a:lstStyle>
          <a:p xmlns:a="http://schemas.openxmlformats.org/drawingml/2006/main">
            <a:pPr>
              <a:defRPr sz="4875" b="1">
                <a:solidFill>
                  <a:srgbClr val="302C27"/>
                </a:solidFill>
              </a:defRPr>
            </a:pPr>
            <a:r>
              <a:rPr sz="4875" b="1">
                <a:solidFill>
                  <a:srgbClr val="302C27"/>
                </a:solidFill>
                <a:latin typeface="Malgun Gothic"/>
                <a:ea typeface="Malgun Gothic"/>
                <a:cs typeface="Malgun Gothic"/>
              </a:rPr>
              <a:t>MODERN</a:t>
            </a:r>
          </a:p>
          <a:p xmlns:a="http://schemas.openxmlformats.org/drawingml/2006/main">
            <a:pPr>
              <a:defRPr sz="4875" b="1">
                <a:solidFill>
                  <a:srgbClr val="302C27"/>
                </a:solidFill>
              </a:defRPr>
            </a:pPr>
            <a:r>
              <a:rPr sz="4875" b="1">
                <a:solidFill>
                  <a:srgbClr val="302C27"/>
                </a:solidFill>
                <a:latin typeface="Malgun Gothic"/>
                <a:ea typeface="Malgun Gothic"/>
                <a:cs typeface="Malgun Gothic"/>
              </a:rPr>
              <a:t>3F HOUSE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624588-12D0-4D02-A8F5-EAC4E364BA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765a183638445a"/>
          <a:stretch xmlns:a="http://schemas.openxmlformats.org/drawingml/2006/main"/>
        </p:blipFill>
        <p:spPr>
          <a:xfrm xmlns:a="http://schemas.openxmlformats.org/drawingml/2006/main">
            <a:off x="4524375" y="1154363"/>
            <a:ext cx="7334250" cy="45873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57235C-7A74-4FEA-964C-13BF4F714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667250"/>
            <a:ext cx="4191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325" b="0">
                <a:solidFill>
                  <a:srgbClr val="302C27"/>
                </a:solidFill>
              </a:defRPr>
            </a:defPPr>
            <a:lvl1pPr>
              <a:defRPr sz="2325" b="0">
                <a:solidFill>
                  <a:srgbClr val="302C27"/>
                </a:solidFill>
              </a:defRPr>
            </a:lvl1pPr>
            <a:lvl2pPr>
              <a:defRPr sz="2325" b="0">
                <a:solidFill>
                  <a:srgbClr val="302C27"/>
                </a:solidFill>
              </a:defRPr>
            </a:lvl2pPr>
            <a:lvl3pPr>
              <a:defRPr sz="2325" b="0">
                <a:solidFill>
                  <a:srgbClr val="302C27"/>
                </a:solidFill>
              </a:defRPr>
            </a:lvl3pPr>
            <a:lvl4pPr>
              <a:defRPr sz="2325" b="0">
                <a:solidFill>
                  <a:srgbClr val="302C27"/>
                </a:solidFill>
              </a:defRPr>
            </a:lvl4pPr>
            <a:lvl5pPr>
              <a:defRPr sz="2325" b="0">
                <a:solidFill>
                  <a:srgbClr val="302C27"/>
                </a:solidFill>
              </a:defRPr>
            </a:lvl5pPr>
            <a:lvl6pPr>
              <a:defRPr sz="2325" b="0">
                <a:solidFill>
                  <a:srgbClr val="302C27"/>
                </a:solidFill>
              </a:defRPr>
            </a:lvl6pPr>
            <a:lvl7pPr>
              <a:defRPr sz="2325" b="0">
                <a:solidFill>
                  <a:srgbClr val="302C27"/>
                </a:solidFill>
              </a:defRPr>
            </a:lvl7pPr>
            <a:lvl8pPr>
              <a:defRPr sz="2325" b="0">
                <a:solidFill>
                  <a:srgbClr val="302C27"/>
                </a:solidFill>
              </a:defRPr>
            </a:lvl8pPr>
            <a:lvl9pPr>
              <a:defRPr sz="2325" b="0">
                <a:solidFill>
                  <a:srgbClr val="302C27"/>
                </a:solidFill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302C27"/>
                </a:solidFill>
              </a:defRPr>
            </a:pPr>
            <a:r>
              <a:rPr sz="2325" b="0">
                <a:solidFill>
                  <a:srgbClr val="302C27"/>
                </a:solidFill>
                <a:latin typeface="Malgun Gothic"/>
                <a:ea typeface="Malgun Gothic"/>
                <a:cs typeface="Malgun Gothic"/>
              </a:rPr>
              <a:t>온기 있는 재료와</a:t>
            </a:r>
          </a:p>
          <a:p xmlns:a="http://schemas.openxmlformats.org/drawingml/2006/main">
            <a:pPr>
              <a:defRPr sz="2325" b="0">
                <a:solidFill>
                  <a:srgbClr val="302C27"/>
                </a:solidFill>
              </a:defRPr>
            </a:pPr>
            <a:r>
              <a:rPr sz="2325" b="0">
                <a:solidFill>
                  <a:srgbClr val="302C27"/>
                </a:solidFill>
                <a:latin typeface="Malgun Gothic"/>
                <a:ea typeface="Malgun Gothic"/>
                <a:cs typeface="Malgun Gothic"/>
              </a:rPr>
              <a:t>층별 생활을 잇는 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0C7E69-E757-47D4-B7A8-C110504CB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153150"/>
            <a:ext cx="112395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DA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8A8039-2315-4E60-98C0-231450529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381750"/>
            <a:ext cx="11239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425" b="0">
                <a:solidFill>
                  <a:srgbClr val="746D64"/>
                </a:solidFill>
              </a:defRPr>
            </a:defPPr>
            <a:lvl1pPr>
              <a:defRPr sz="1425" b="0">
                <a:solidFill>
                  <a:srgbClr val="746D64"/>
                </a:solidFill>
              </a:defRPr>
            </a:lvl1pPr>
            <a:lvl2pPr>
              <a:defRPr sz="1425" b="0">
                <a:solidFill>
                  <a:srgbClr val="746D64"/>
                </a:solidFill>
              </a:defRPr>
            </a:lvl2pPr>
            <a:lvl3pPr>
              <a:defRPr sz="1425" b="0">
                <a:solidFill>
                  <a:srgbClr val="746D64"/>
                </a:solidFill>
              </a:defRPr>
            </a:lvl3pPr>
            <a:lvl4pPr>
              <a:defRPr sz="1425" b="0">
                <a:solidFill>
                  <a:srgbClr val="746D64"/>
                </a:solidFill>
              </a:defRPr>
            </a:lvl4pPr>
            <a:lvl5pPr>
              <a:defRPr sz="1425" b="0">
                <a:solidFill>
                  <a:srgbClr val="746D64"/>
                </a:solidFill>
              </a:defRPr>
            </a:lvl5pPr>
            <a:lvl6pPr>
              <a:defRPr sz="1425" b="0">
                <a:solidFill>
                  <a:srgbClr val="746D64"/>
                </a:solidFill>
              </a:defRPr>
            </a:lvl6pPr>
            <a:lvl7pPr>
              <a:defRPr sz="1425" b="0">
                <a:solidFill>
                  <a:srgbClr val="746D64"/>
                </a:solidFill>
              </a:defRPr>
            </a:lvl7pPr>
            <a:lvl8pPr>
              <a:defRPr sz="1425" b="0">
                <a:solidFill>
                  <a:srgbClr val="746D64"/>
                </a:solidFill>
              </a:defRPr>
            </a:lvl8pPr>
            <a:lvl9pPr>
              <a:defRPr sz="1425" b="0">
                <a:solidFill>
                  <a:srgbClr val="746D64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46D64"/>
                </a:solidFill>
              </a:defRPr>
            </a:pPr>
            <a:r>
              <a:rPr sz="1425" b="0">
                <a:solidFill>
                  <a:srgbClr val="746D64"/>
                </a:solidFill>
                <a:latin typeface="Malgun Gothic"/>
                <a:ea typeface="Malgun Gothic"/>
                <a:cs typeface="Malgun Gothic"/>
              </a:rPr>
              <a:t>ARCHI NOVA · 교육용 주택 설계 제안</a:t>
            </a:r>
          </a:p>
        </p:txBody>
      </p:sp>
    </p:spTree>
    <p:extLst>
      <p:ext uri="{BB962C8B-B14F-4D97-AF65-F5344CB8AC3E}">
        <p14:creationId xmlns:p14="http://schemas.microsoft.com/office/powerpoint/2010/main" val="15217190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284152-1109-4FFD-970A-CE4A50D9B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619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9B7C58"/>
                </a:solidFill>
              </a:defRPr>
            </a:defPPr>
            <a:lvl1pPr>
              <a:defRPr sz="1200" b="0">
                <a:solidFill>
                  <a:srgbClr val="9B7C58"/>
                </a:solidFill>
              </a:defRPr>
            </a:lvl1pPr>
            <a:lvl2pPr>
              <a:defRPr sz="1200" b="0">
                <a:solidFill>
                  <a:srgbClr val="9B7C58"/>
                </a:solidFill>
              </a:defRPr>
            </a:lvl2pPr>
            <a:lvl3pPr>
              <a:defRPr sz="1200" b="0">
                <a:solidFill>
                  <a:srgbClr val="9B7C58"/>
                </a:solidFill>
              </a:defRPr>
            </a:lvl3pPr>
            <a:lvl4pPr>
              <a:defRPr sz="1200" b="0">
                <a:solidFill>
                  <a:srgbClr val="9B7C58"/>
                </a:solidFill>
              </a:defRPr>
            </a:lvl4pPr>
            <a:lvl5pPr>
              <a:defRPr sz="1200" b="0">
                <a:solidFill>
                  <a:srgbClr val="9B7C58"/>
                </a:solidFill>
              </a:defRPr>
            </a:lvl5pPr>
            <a:lvl6pPr>
              <a:defRPr sz="1200" b="0">
                <a:solidFill>
                  <a:srgbClr val="9B7C58"/>
                </a:solidFill>
              </a:defRPr>
            </a:lvl6pPr>
            <a:lvl7pPr>
              <a:defRPr sz="1200" b="0">
                <a:solidFill>
                  <a:srgbClr val="9B7C58"/>
                </a:solidFill>
              </a:defRPr>
            </a:lvl7pPr>
            <a:lvl8pPr>
              <a:defRPr sz="1200" b="0">
                <a:solidFill>
                  <a:srgbClr val="9B7C58"/>
                </a:solidFill>
              </a:defRPr>
            </a:lvl8pPr>
            <a:lvl9pPr>
              <a:defRPr sz="1200" b="0">
                <a:solidFill>
                  <a:srgbClr val="9B7C58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9B7C58"/>
                </a:solidFill>
              </a:defRPr>
            </a:pPr>
            <a:r>
              <a:rPr sz="1200" b="0">
                <a:solidFill>
                  <a:srgbClr val="9B7C58"/>
                </a:solidFill>
                <a:latin typeface="Malgun Gothic"/>
                <a:ea typeface="Malgun Gothic"/>
                <a:cs typeface="Malgun Gothic"/>
              </a:rPr>
              <a:t>02 / ARCHI NOVA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A02E5E-F3F4-4023-88BD-C805AA4C14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6af6b0acd545cc"/>
          <a:stretch xmlns:a="http://schemas.openxmlformats.org/drawingml/2006/main"/>
        </p:blipFill>
        <p:spPr>
          <a:xfrm xmlns:a="http://schemas.openxmlformats.org/drawingml/2006/main">
            <a:off x="9645152" y="238125"/>
            <a:ext cx="1788521" cy="536734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12C82F-F635-43BF-BCBB-7F83376F5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1277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000" b="1">
                <a:solidFill>
                  <a:srgbClr val="302C27"/>
                </a:solidFill>
              </a:defRPr>
            </a:defPPr>
            <a:lvl1pPr>
              <a:defRPr sz="3000" b="1">
                <a:solidFill>
                  <a:srgbClr val="302C27"/>
                </a:solidFill>
              </a:defRPr>
            </a:lvl1pPr>
            <a:lvl2pPr>
              <a:defRPr sz="3000" b="1">
                <a:solidFill>
                  <a:srgbClr val="302C27"/>
                </a:solidFill>
              </a:defRPr>
            </a:lvl2pPr>
            <a:lvl3pPr>
              <a:defRPr sz="3000" b="1">
                <a:solidFill>
                  <a:srgbClr val="302C27"/>
                </a:solidFill>
              </a:defRPr>
            </a:lvl3pPr>
            <a:lvl4pPr>
              <a:defRPr sz="3000" b="1">
                <a:solidFill>
                  <a:srgbClr val="302C27"/>
                </a:solidFill>
              </a:defRPr>
            </a:lvl4pPr>
            <a:lvl5pPr>
              <a:defRPr sz="3000" b="1">
                <a:solidFill>
                  <a:srgbClr val="302C27"/>
                </a:solidFill>
              </a:defRPr>
            </a:lvl5pPr>
            <a:lvl6pPr>
              <a:defRPr sz="3000" b="1">
                <a:solidFill>
                  <a:srgbClr val="302C27"/>
                </a:solidFill>
              </a:defRPr>
            </a:lvl6pPr>
            <a:lvl7pPr>
              <a:defRPr sz="3000" b="1">
                <a:solidFill>
                  <a:srgbClr val="302C27"/>
                </a:solidFill>
              </a:defRPr>
            </a:lvl7pPr>
            <a:lvl8pPr>
              <a:defRPr sz="3000" b="1">
                <a:solidFill>
                  <a:srgbClr val="302C27"/>
                </a:solidFill>
              </a:defRPr>
            </a:lvl8pPr>
            <a:lvl9pPr>
              <a:defRPr sz="3000" b="1">
                <a:solidFill>
                  <a:srgbClr val="302C27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302C27"/>
                </a:solidFill>
              </a:defRPr>
            </a:pPr>
            <a:r>
              <a:rPr sz="3000" b="1">
                <a:solidFill>
                  <a:srgbClr val="302C27"/>
                </a:solidFill>
                <a:latin typeface="Malgun Gothic"/>
                <a:ea typeface="Malgun Gothic"/>
                <a:cs typeface="Malgun Gothic"/>
              </a:rPr>
              <a:t>생활의 흐름에서 설계 우선순위를 정하다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2DF02E-0D6D-4450-A9A2-935CED3BD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6850"/>
            <a:ext cx="11277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746D64"/>
                </a:solidFill>
              </a:defRPr>
            </a:defPPr>
            <a:lvl1pPr>
              <a:defRPr sz="1575" b="0">
                <a:solidFill>
                  <a:srgbClr val="746D64"/>
                </a:solidFill>
              </a:defRPr>
            </a:lvl1pPr>
            <a:lvl2pPr>
              <a:defRPr sz="1575" b="0">
                <a:solidFill>
                  <a:srgbClr val="746D64"/>
                </a:solidFill>
              </a:defRPr>
            </a:lvl2pPr>
            <a:lvl3pPr>
              <a:defRPr sz="1575" b="0">
                <a:solidFill>
                  <a:srgbClr val="746D64"/>
                </a:solidFill>
              </a:defRPr>
            </a:lvl3pPr>
            <a:lvl4pPr>
              <a:defRPr sz="1575" b="0">
                <a:solidFill>
                  <a:srgbClr val="746D64"/>
                </a:solidFill>
              </a:defRPr>
            </a:lvl4pPr>
            <a:lvl5pPr>
              <a:defRPr sz="1575" b="0">
                <a:solidFill>
                  <a:srgbClr val="746D64"/>
                </a:solidFill>
              </a:defRPr>
            </a:lvl5pPr>
            <a:lvl6pPr>
              <a:defRPr sz="1575" b="0">
                <a:solidFill>
                  <a:srgbClr val="746D64"/>
                </a:solidFill>
              </a:defRPr>
            </a:lvl6pPr>
            <a:lvl7pPr>
              <a:defRPr sz="1575" b="0">
                <a:solidFill>
                  <a:srgbClr val="746D64"/>
                </a:solidFill>
              </a:defRPr>
            </a:lvl7pPr>
            <a:lvl8pPr>
              <a:defRPr sz="1575" b="0">
                <a:solidFill>
                  <a:srgbClr val="746D64"/>
                </a:solidFill>
              </a:defRPr>
            </a:lvl8pPr>
            <a:lvl9pPr>
              <a:defRPr sz="1575" b="0">
                <a:solidFill>
                  <a:srgbClr val="746D64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746D64"/>
                </a:solidFill>
              </a:defRPr>
            </a:pPr>
            <a:r>
              <a:rPr sz="1575" b="0">
                <a:solidFill>
                  <a:srgbClr val="746D64"/>
                </a:solidFill>
                <a:latin typeface="Malgun Gothic"/>
                <a:ea typeface="Malgun Gothic"/>
                <a:cs typeface="Malgun Gothic"/>
              </a:rPr>
              <a:t>공용 생활 · 사적인 휴식 · 옥상 체류를 연결하는 교육용 설계 브리프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800D8D-AA8F-412B-924D-3E692029E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91275"/>
            <a:ext cx="112776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DA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CFE537-AC3C-4F0B-81C1-CAE1A3E7A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11277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050" b="0">
                <a:solidFill>
                  <a:srgbClr val="746D64"/>
                </a:solidFill>
              </a:defRPr>
            </a:defPPr>
            <a:lvl1pPr>
              <a:defRPr sz="1050" b="0">
                <a:solidFill>
                  <a:srgbClr val="746D64"/>
                </a:solidFill>
              </a:defRPr>
            </a:lvl1pPr>
            <a:lvl2pPr>
              <a:defRPr sz="1050" b="0">
                <a:solidFill>
                  <a:srgbClr val="746D64"/>
                </a:solidFill>
              </a:defRPr>
            </a:lvl2pPr>
            <a:lvl3pPr>
              <a:defRPr sz="1050" b="0">
                <a:solidFill>
                  <a:srgbClr val="746D64"/>
                </a:solidFill>
              </a:defRPr>
            </a:lvl3pPr>
            <a:lvl4pPr>
              <a:defRPr sz="1050" b="0">
                <a:solidFill>
                  <a:srgbClr val="746D64"/>
                </a:solidFill>
              </a:defRPr>
            </a:lvl4pPr>
            <a:lvl5pPr>
              <a:defRPr sz="1050" b="0">
                <a:solidFill>
                  <a:srgbClr val="746D64"/>
                </a:solidFill>
              </a:defRPr>
            </a:lvl5pPr>
            <a:lvl6pPr>
              <a:defRPr sz="1050" b="0">
                <a:solidFill>
                  <a:srgbClr val="746D64"/>
                </a:solidFill>
              </a:defRPr>
            </a:lvl6pPr>
            <a:lvl7pPr>
              <a:defRPr sz="1050" b="0">
                <a:solidFill>
                  <a:srgbClr val="746D64"/>
                </a:solidFill>
              </a:defRPr>
            </a:lvl7pPr>
            <a:lvl8pPr>
              <a:defRPr sz="1050" b="0">
                <a:solidFill>
                  <a:srgbClr val="746D64"/>
                </a:solidFill>
              </a:defRPr>
            </a:lvl8pPr>
            <a:lvl9pPr>
              <a:defRPr sz="1050" b="0">
                <a:solidFill>
                  <a:srgbClr val="746D64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746D64"/>
                </a:solidFill>
              </a:defRPr>
            </a:pPr>
            <a:r>
              <a:rPr sz="1050" b="0">
                <a:solidFill>
                  <a:srgbClr val="746D64"/>
                </a:solidFill>
                <a:latin typeface="Malgun Gothic"/>
                <a:ea typeface="Malgun Gothic"/>
                <a:cs typeface="Malgun Gothic"/>
              </a:rPr>
              <a:t>모던 3층 단독주택 · 설계 제안 | 도면·재료 제안·추가 확인을 구분합니다.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4C5FD7-1A42-474E-8C84-CFF0487BEC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18f03a04964664"/>
          <a:stretch xmlns:a="http://schemas.openxmlformats.org/drawingml/2006/main"/>
        </p:blipFill>
        <p:spPr>
          <a:xfrm xmlns:a="http://schemas.openxmlformats.org/drawingml/2006/main">
            <a:off x="457200" y="2134765"/>
            <a:ext cx="5143500" cy="3217120"/>
          </a:xfrm>
          <a:prstGeom xmlns:a="http://schemas.openxmlformats.org/drawingml/2006/main" prst="rect">
            <a:avLst/>
          </a:prstGeom>
        </p:spPr>
      </p:pic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AD945B-810E-471A-8520-98F163DD1BCC}"/>
              </a:ext>
            </a:extLst>
          </p:cNvPr>
          <p:cNvGraphicFramePr/>
          <p:nvPr/>
        </p:nvGraphicFramePr>
        <p:xfrm>
          <a:off xmlns:a="http://schemas.openxmlformats.org/drawingml/2006/main" x="6000750" y="2095500"/>
          <a:ext xmlns:a="http://schemas.openxmlformats.org/drawingml/2006/main" cx="5734050" cy="2762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4019550"/>
              </a:tblGrid>
              <a:tr h="69056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302C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프로그램</a:t>
                      </a:r>
                    </a:p>
                  </a:txBody>
                  <a:tcPr marL="91440" marR="91440" marT="45720" marB="45720">
                    <a:solidFill>
                      <a:srgbClr val="E9E0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302C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우선순위와 설계 방향</a:t>
                      </a:r>
                    </a:p>
                  </a:txBody>
                  <a:tcPr marL="91440" marR="91440" marT="45720" marB="45720">
                    <a:solidFill>
                      <a:srgbClr val="E9E0D2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02C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1F · 함께 머무는 곳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02C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거실·주방·다이닝의 연결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02C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2F · 조용히 쉬는 곳</a:t>
                      </a:r>
                    </a:p>
                  </a:txBody>
                  <a:tcPr marL="91440" marR="91440" marT="45720" marB="45720"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02C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침실·서재의 독립과 채광</a:t>
                      </a:r>
                    </a:p>
                  </a:txBody>
                  <a:tcPr marL="91440" marR="91440" marT="45720" marB="45720">
                    <a:solidFill>
                      <a:srgbClr val="F7F4EE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02C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3F · 바깥을 누리는 곳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02C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다락 라운지와 테라스 연결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1BAFFA-5A9B-4F7B-B235-F86926C30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238750"/>
            <a:ext cx="571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302C27"/>
                </a:solidFill>
              </a:defRPr>
            </a:defPPr>
            <a:lvl1pPr>
              <a:defRPr sz="1725" b="0">
                <a:solidFill>
                  <a:srgbClr val="302C27"/>
                </a:solidFill>
              </a:defRPr>
            </a:lvl1pPr>
            <a:lvl2pPr>
              <a:defRPr sz="1725" b="0">
                <a:solidFill>
                  <a:srgbClr val="302C27"/>
                </a:solidFill>
              </a:defRPr>
            </a:lvl2pPr>
            <a:lvl3pPr>
              <a:defRPr sz="1725" b="0">
                <a:solidFill>
                  <a:srgbClr val="302C27"/>
                </a:solidFill>
              </a:defRPr>
            </a:lvl3pPr>
            <a:lvl4pPr>
              <a:defRPr sz="1725" b="0">
                <a:solidFill>
                  <a:srgbClr val="302C27"/>
                </a:solidFill>
              </a:defRPr>
            </a:lvl4pPr>
            <a:lvl5pPr>
              <a:defRPr sz="1725" b="0">
                <a:solidFill>
                  <a:srgbClr val="302C27"/>
                </a:solidFill>
              </a:defRPr>
            </a:lvl5pPr>
            <a:lvl6pPr>
              <a:defRPr sz="1725" b="0">
                <a:solidFill>
                  <a:srgbClr val="302C27"/>
                </a:solidFill>
              </a:defRPr>
            </a:lvl6pPr>
            <a:lvl7pPr>
              <a:defRPr sz="1725" b="0">
                <a:solidFill>
                  <a:srgbClr val="302C27"/>
                </a:solidFill>
              </a:defRPr>
            </a:lvl7pPr>
            <a:lvl8pPr>
              <a:defRPr sz="1725" b="0">
                <a:solidFill>
                  <a:srgbClr val="302C27"/>
                </a:solidFill>
              </a:defRPr>
            </a:lvl8pPr>
            <a:lvl9pPr>
              <a:defRPr sz="1725" b="0">
                <a:solidFill>
                  <a:srgbClr val="302C2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302C27"/>
                </a:solidFill>
              </a:defRPr>
            </a:pPr>
            <a:r>
              <a:rPr sz="1725" b="0">
                <a:solidFill>
                  <a:srgbClr val="302C27"/>
                </a:solidFill>
                <a:latin typeface="Malgun Gothic"/>
                <a:ea typeface="Malgun Gothic"/>
                <a:cs typeface="Malgun Gothic"/>
              </a:rPr>
              <a:t>따뜻한 석재·오크를 중심으로</a:t>
            </a:r>
          </a:p>
          <a:p xmlns:a="http://schemas.openxmlformats.org/drawingml/2006/main">
            <a:pPr>
              <a:defRPr sz="1725" b="0">
                <a:solidFill>
                  <a:srgbClr val="302C27"/>
                </a:solidFill>
              </a:defRPr>
            </a:pPr>
            <a:r>
              <a:rPr sz="1725" b="0">
                <a:solidFill>
                  <a:srgbClr val="302C27"/>
                </a:solidFill>
                <a:latin typeface="Malgun Gothic"/>
                <a:ea typeface="Malgun Gothic"/>
                <a:cs typeface="Malgun Gothic"/>
              </a:rPr>
              <a:t>공간마다 빛과 질감의 밀도를 조절합니다.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C83774-13D3-4F30-98C2-E585D893B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11277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746D64"/>
                </a:solidFill>
              </a:defRPr>
            </a:defPPr>
            <a:lvl1pPr>
              <a:defRPr sz="1350" b="0">
                <a:solidFill>
                  <a:srgbClr val="746D64"/>
                </a:solidFill>
              </a:defRPr>
            </a:lvl1pPr>
            <a:lvl2pPr>
              <a:defRPr sz="1350" b="0">
                <a:solidFill>
                  <a:srgbClr val="746D64"/>
                </a:solidFill>
              </a:defRPr>
            </a:lvl2pPr>
            <a:lvl3pPr>
              <a:defRPr sz="1350" b="0">
                <a:solidFill>
                  <a:srgbClr val="746D64"/>
                </a:solidFill>
              </a:defRPr>
            </a:lvl3pPr>
            <a:lvl4pPr>
              <a:defRPr sz="1350" b="0">
                <a:solidFill>
                  <a:srgbClr val="746D64"/>
                </a:solidFill>
              </a:defRPr>
            </a:lvl4pPr>
            <a:lvl5pPr>
              <a:defRPr sz="1350" b="0">
                <a:solidFill>
                  <a:srgbClr val="746D64"/>
                </a:solidFill>
              </a:defRPr>
            </a:lvl5pPr>
            <a:lvl6pPr>
              <a:defRPr sz="1350" b="0">
                <a:solidFill>
                  <a:srgbClr val="746D64"/>
                </a:solidFill>
              </a:defRPr>
            </a:lvl6pPr>
            <a:lvl7pPr>
              <a:defRPr sz="1350" b="0">
                <a:solidFill>
                  <a:srgbClr val="746D64"/>
                </a:solidFill>
              </a:defRPr>
            </a:lvl7pPr>
            <a:lvl8pPr>
              <a:defRPr sz="1350" b="0">
                <a:solidFill>
                  <a:srgbClr val="746D64"/>
                </a:solidFill>
              </a:defRPr>
            </a:lvl8pPr>
            <a:lvl9pPr>
              <a:defRPr sz="1350" b="0">
                <a:solidFill>
                  <a:srgbClr val="746D64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746D64"/>
                </a:solidFill>
              </a:defRPr>
            </a:pPr>
            <a:r>
              <a:rPr sz="1350" b="0">
                <a:solidFill>
                  <a:srgbClr val="746D64"/>
                </a:solidFill>
                <a:latin typeface="Malgun Gothic"/>
                <a:ea typeface="Malgun Gothic"/>
                <a:cs typeface="Malgun Gothic"/>
              </a:rPr>
              <a:t>사용자 요구는 교육용 제안 · 실제 대지·사용자 조건은 추가 확인</a:t>
            </a:r>
          </a:p>
        </p:txBody>
      </p:sp>
    </p:spTree>
    <p:extLst>
      <p:ext uri="{BB962C8B-B14F-4D97-AF65-F5344CB8AC3E}">
        <p14:creationId xmlns:p14="http://schemas.microsoft.com/office/powerpoint/2010/main" val="15152498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960032F-7465-4D06-81D8-5096CCA0A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619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9B7C58"/>
                </a:solidFill>
              </a:defRPr>
            </a:defPPr>
            <a:lvl1pPr>
              <a:defRPr sz="1200" b="0">
                <a:solidFill>
                  <a:srgbClr val="9B7C58"/>
                </a:solidFill>
              </a:defRPr>
            </a:lvl1pPr>
            <a:lvl2pPr>
              <a:defRPr sz="1200" b="0">
                <a:solidFill>
                  <a:srgbClr val="9B7C58"/>
                </a:solidFill>
              </a:defRPr>
            </a:lvl2pPr>
            <a:lvl3pPr>
              <a:defRPr sz="1200" b="0">
                <a:solidFill>
                  <a:srgbClr val="9B7C58"/>
                </a:solidFill>
              </a:defRPr>
            </a:lvl3pPr>
            <a:lvl4pPr>
              <a:defRPr sz="1200" b="0">
                <a:solidFill>
                  <a:srgbClr val="9B7C58"/>
                </a:solidFill>
              </a:defRPr>
            </a:lvl4pPr>
            <a:lvl5pPr>
              <a:defRPr sz="1200" b="0">
                <a:solidFill>
                  <a:srgbClr val="9B7C58"/>
                </a:solidFill>
              </a:defRPr>
            </a:lvl5pPr>
            <a:lvl6pPr>
              <a:defRPr sz="1200" b="0">
                <a:solidFill>
                  <a:srgbClr val="9B7C58"/>
                </a:solidFill>
              </a:defRPr>
            </a:lvl6pPr>
            <a:lvl7pPr>
              <a:defRPr sz="1200" b="0">
                <a:solidFill>
                  <a:srgbClr val="9B7C58"/>
                </a:solidFill>
              </a:defRPr>
            </a:lvl7pPr>
            <a:lvl8pPr>
              <a:defRPr sz="1200" b="0">
                <a:solidFill>
                  <a:srgbClr val="9B7C58"/>
                </a:solidFill>
              </a:defRPr>
            </a:lvl8pPr>
            <a:lvl9pPr>
              <a:defRPr sz="1200" b="0">
                <a:solidFill>
                  <a:srgbClr val="9B7C58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9B7C58"/>
                </a:solidFill>
              </a:defRPr>
            </a:pPr>
            <a:r>
              <a:rPr sz="1200" b="0">
                <a:solidFill>
                  <a:srgbClr val="9B7C58"/>
                </a:solidFill>
                <a:latin typeface="Malgun Gothic"/>
                <a:ea typeface="Malgun Gothic"/>
                <a:cs typeface="Malgun Gothic"/>
              </a:rPr>
              <a:t>03 / ARCHI NOVA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DB0942-3D31-49A0-8D5A-68F4D481071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58805331a34ae1"/>
          <a:stretch xmlns:a="http://schemas.openxmlformats.org/drawingml/2006/main"/>
        </p:blipFill>
        <p:spPr>
          <a:xfrm xmlns:a="http://schemas.openxmlformats.org/drawingml/2006/main">
            <a:off x="9645152" y="238125"/>
            <a:ext cx="1788521" cy="536734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16C5AC-F8F0-4B12-9597-82F6F4193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1277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000" b="1">
                <a:solidFill>
                  <a:srgbClr val="302C27"/>
                </a:solidFill>
              </a:defRPr>
            </a:defPPr>
            <a:lvl1pPr>
              <a:defRPr sz="3000" b="1">
                <a:solidFill>
                  <a:srgbClr val="302C27"/>
                </a:solidFill>
              </a:defRPr>
            </a:lvl1pPr>
            <a:lvl2pPr>
              <a:defRPr sz="3000" b="1">
                <a:solidFill>
                  <a:srgbClr val="302C27"/>
                </a:solidFill>
              </a:defRPr>
            </a:lvl2pPr>
            <a:lvl3pPr>
              <a:defRPr sz="3000" b="1">
                <a:solidFill>
                  <a:srgbClr val="302C27"/>
                </a:solidFill>
              </a:defRPr>
            </a:lvl3pPr>
            <a:lvl4pPr>
              <a:defRPr sz="3000" b="1">
                <a:solidFill>
                  <a:srgbClr val="302C27"/>
                </a:solidFill>
              </a:defRPr>
            </a:lvl4pPr>
            <a:lvl5pPr>
              <a:defRPr sz="3000" b="1">
                <a:solidFill>
                  <a:srgbClr val="302C27"/>
                </a:solidFill>
              </a:defRPr>
            </a:lvl5pPr>
            <a:lvl6pPr>
              <a:defRPr sz="3000" b="1">
                <a:solidFill>
                  <a:srgbClr val="302C27"/>
                </a:solidFill>
              </a:defRPr>
            </a:lvl6pPr>
            <a:lvl7pPr>
              <a:defRPr sz="3000" b="1">
                <a:solidFill>
                  <a:srgbClr val="302C27"/>
                </a:solidFill>
              </a:defRPr>
            </a:lvl7pPr>
            <a:lvl8pPr>
              <a:defRPr sz="3000" b="1">
                <a:solidFill>
                  <a:srgbClr val="302C27"/>
                </a:solidFill>
              </a:defRPr>
            </a:lvl8pPr>
            <a:lvl9pPr>
              <a:defRPr sz="3000" b="1">
                <a:solidFill>
                  <a:srgbClr val="302C27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302C27"/>
                </a:solidFill>
              </a:defRPr>
            </a:pPr>
            <a:r>
              <a:rPr sz="3000" b="1">
                <a:solidFill>
                  <a:srgbClr val="302C27"/>
                </a:solidFill>
                <a:latin typeface="Malgun Gothic"/>
                <a:ea typeface="Malgun Gothic"/>
                <a:cs typeface="Malgun Gothic"/>
              </a:rPr>
              <a:t>재료의 온기와 촉감을 한 장으로 제안하다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483DCC-6861-403E-BA6F-411E3685A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6850"/>
            <a:ext cx="11277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746D64"/>
                </a:solidFill>
              </a:defRPr>
            </a:defPPr>
            <a:lvl1pPr>
              <a:defRPr sz="1575" b="0">
                <a:solidFill>
                  <a:srgbClr val="746D64"/>
                </a:solidFill>
              </a:defRPr>
            </a:lvl1pPr>
            <a:lvl2pPr>
              <a:defRPr sz="1575" b="0">
                <a:solidFill>
                  <a:srgbClr val="746D64"/>
                </a:solidFill>
              </a:defRPr>
            </a:lvl2pPr>
            <a:lvl3pPr>
              <a:defRPr sz="1575" b="0">
                <a:solidFill>
                  <a:srgbClr val="746D64"/>
                </a:solidFill>
              </a:defRPr>
            </a:lvl3pPr>
            <a:lvl4pPr>
              <a:defRPr sz="1575" b="0">
                <a:solidFill>
                  <a:srgbClr val="746D64"/>
                </a:solidFill>
              </a:defRPr>
            </a:lvl4pPr>
            <a:lvl5pPr>
              <a:defRPr sz="1575" b="0">
                <a:solidFill>
                  <a:srgbClr val="746D64"/>
                </a:solidFill>
              </a:defRPr>
            </a:lvl5pPr>
            <a:lvl6pPr>
              <a:defRPr sz="1575" b="0">
                <a:solidFill>
                  <a:srgbClr val="746D64"/>
                </a:solidFill>
              </a:defRPr>
            </a:lvl6pPr>
            <a:lvl7pPr>
              <a:defRPr sz="1575" b="0">
                <a:solidFill>
                  <a:srgbClr val="746D64"/>
                </a:solidFill>
              </a:defRPr>
            </a:lvl7pPr>
            <a:lvl8pPr>
              <a:defRPr sz="1575" b="0">
                <a:solidFill>
                  <a:srgbClr val="746D64"/>
                </a:solidFill>
              </a:defRPr>
            </a:lvl8pPr>
            <a:lvl9pPr>
              <a:defRPr sz="1575" b="0">
                <a:solidFill>
                  <a:srgbClr val="746D64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746D64"/>
                </a:solidFill>
              </a:defRPr>
            </a:pPr>
            <a:r>
              <a:rPr sz="1575" b="0">
                <a:solidFill>
                  <a:srgbClr val="746D64"/>
                </a:solidFill>
                <a:latin typeface="Malgun Gothic"/>
                <a:ea typeface="Malgun Gothic"/>
                <a:cs typeface="Malgun Gothic"/>
              </a:rPr>
              <a:t>5색 팔레트 · 실제 표면 질감 · 가구와 조명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32D63A-96A8-436D-A32B-8230AA328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91275"/>
            <a:ext cx="112776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DA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A74B76-C328-451E-B779-266191D2C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11277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050" b="0">
                <a:solidFill>
                  <a:srgbClr val="746D64"/>
                </a:solidFill>
              </a:defRPr>
            </a:defPPr>
            <a:lvl1pPr>
              <a:defRPr sz="1050" b="0">
                <a:solidFill>
                  <a:srgbClr val="746D64"/>
                </a:solidFill>
              </a:defRPr>
            </a:lvl1pPr>
            <a:lvl2pPr>
              <a:defRPr sz="1050" b="0">
                <a:solidFill>
                  <a:srgbClr val="746D64"/>
                </a:solidFill>
              </a:defRPr>
            </a:lvl2pPr>
            <a:lvl3pPr>
              <a:defRPr sz="1050" b="0">
                <a:solidFill>
                  <a:srgbClr val="746D64"/>
                </a:solidFill>
              </a:defRPr>
            </a:lvl3pPr>
            <a:lvl4pPr>
              <a:defRPr sz="1050" b="0">
                <a:solidFill>
                  <a:srgbClr val="746D64"/>
                </a:solidFill>
              </a:defRPr>
            </a:lvl4pPr>
            <a:lvl5pPr>
              <a:defRPr sz="1050" b="0">
                <a:solidFill>
                  <a:srgbClr val="746D64"/>
                </a:solidFill>
              </a:defRPr>
            </a:lvl5pPr>
            <a:lvl6pPr>
              <a:defRPr sz="1050" b="0">
                <a:solidFill>
                  <a:srgbClr val="746D64"/>
                </a:solidFill>
              </a:defRPr>
            </a:lvl6pPr>
            <a:lvl7pPr>
              <a:defRPr sz="1050" b="0">
                <a:solidFill>
                  <a:srgbClr val="746D64"/>
                </a:solidFill>
              </a:defRPr>
            </a:lvl7pPr>
            <a:lvl8pPr>
              <a:defRPr sz="1050" b="0">
                <a:solidFill>
                  <a:srgbClr val="746D64"/>
                </a:solidFill>
              </a:defRPr>
            </a:lvl8pPr>
            <a:lvl9pPr>
              <a:defRPr sz="1050" b="0">
                <a:solidFill>
                  <a:srgbClr val="746D64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746D64"/>
                </a:solidFill>
              </a:defRPr>
            </a:pPr>
            <a:r>
              <a:rPr sz="1050" b="0">
                <a:solidFill>
                  <a:srgbClr val="746D64"/>
                </a:solidFill>
                <a:latin typeface="Malgun Gothic"/>
                <a:ea typeface="Malgun Gothic"/>
                <a:cs typeface="Malgun Gothic"/>
              </a:rPr>
              <a:t>모던 3층 단독주택 · 설계 제안 | 도면·재료 제안·추가 확인을 구분합니다.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309E90-E46F-4FF0-A4A3-B1C907F694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a2be2d285a4a51"/>
          <a:stretch xmlns:a="http://schemas.openxmlformats.org/drawingml/2006/main"/>
        </p:blipFill>
        <p:spPr>
          <a:xfrm xmlns:a="http://schemas.openxmlformats.org/drawingml/2006/main">
            <a:off x="458152" y="2076450"/>
            <a:ext cx="2474595" cy="41243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229D6E-096D-4132-A9A2-33D020CD4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85975"/>
            <a:ext cx="409575" cy="409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E7D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88C76F-69AE-47F6-9938-C4FE3F950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90800"/>
            <a:ext cx="1581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746D64"/>
                </a:solidFill>
              </a:defRPr>
            </a:defPPr>
            <a:lvl1pPr>
              <a:defRPr sz="1200" b="0">
                <a:solidFill>
                  <a:srgbClr val="746D64"/>
                </a:solidFill>
              </a:defRPr>
            </a:lvl1pPr>
            <a:lvl2pPr>
              <a:defRPr sz="1200" b="0">
                <a:solidFill>
                  <a:srgbClr val="746D64"/>
                </a:solidFill>
              </a:defRPr>
            </a:lvl2pPr>
            <a:lvl3pPr>
              <a:defRPr sz="1200" b="0">
                <a:solidFill>
                  <a:srgbClr val="746D64"/>
                </a:solidFill>
              </a:defRPr>
            </a:lvl3pPr>
            <a:lvl4pPr>
              <a:defRPr sz="1200" b="0">
                <a:solidFill>
                  <a:srgbClr val="746D64"/>
                </a:solidFill>
              </a:defRPr>
            </a:lvl4pPr>
            <a:lvl5pPr>
              <a:defRPr sz="1200" b="0">
                <a:solidFill>
                  <a:srgbClr val="746D64"/>
                </a:solidFill>
              </a:defRPr>
            </a:lvl5pPr>
            <a:lvl6pPr>
              <a:defRPr sz="1200" b="0">
                <a:solidFill>
                  <a:srgbClr val="746D64"/>
                </a:solidFill>
              </a:defRPr>
            </a:lvl6pPr>
            <a:lvl7pPr>
              <a:defRPr sz="1200" b="0">
                <a:solidFill>
                  <a:srgbClr val="746D64"/>
                </a:solidFill>
              </a:defRPr>
            </a:lvl7pPr>
            <a:lvl8pPr>
              <a:defRPr sz="1200" b="0">
                <a:solidFill>
                  <a:srgbClr val="746D64"/>
                </a:solidFill>
              </a:defRPr>
            </a:lvl8pPr>
            <a:lvl9pPr>
              <a:defRPr sz="1200" b="0">
                <a:solidFill>
                  <a:srgbClr val="746D64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746D64"/>
                </a:solidFill>
              </a:defRPr>
            </a:pPr>
            <a:r>
              <a:rPr sz="1200" b="0">
                <a:solidFill>
                  <a:srgbClr val="746D64"/>
                </a:solidFill>
                <a:latin typeface="Malgun Gothic"/>
                <a:ea typeface="Malgun Gothic"/>
                <a:cs typeface="Malgun Gothic"/>
              </a:rPr>
              <a:t>Warm Ivory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CFA0E1-0021-4863-BE9E-EB928945E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085975"/>
            <a:ext cx="409575" cy="409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C2A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4BB882-7ECF-4CD8-A774-D81C0EC9B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590800"/>
            <a:ext cx="1581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746D64"/>
                </a:solidFill>
              </a:defRPr>
            </a:defPPr>
            <a:lvl1pPr>
              <a:defRPr sz="1200" b="0">
                <a:solidFill>
                  <a:srgbClr val="746D64"/>
                </a:solidFill>
              </a:defRPr>
            </a:lvl1pPr>
            <a:lvl2pPr>
              <a:defRPr sz="1200" b="0">
                <a:solidFill>
                  <a:srgbClr val="746D64"/>
                </a:solidFill>
              </a:defRPr>
            </a:lvl2pPr>
            <a:lvl3pPr>
              <a:defRPr sz="1200" b="0">
                <a:solidFill>
                  <a:srgbClr val="746D64"/>
                </a:solidFill>
              </a:defRPr>
            </a:lvl3pPr>
            <a:lvl4pPr>
              <a:defRPr sz="1200" b="0">
                <a:solidFill>
                  <a:srgbClr val="746D64"/>
                </a:solidFill>
              </a:defRPr>
            </a:lvl4pPr>
            <a:lvl5pPr>
              <a:defRPr sz="1200" b="0">
                <a:solidFill>
                  <a:srgbClr val="746D64"/>
                </a:solidFill>
              </a:defRPr>
            </a:lvl5pPr>
            <a:lvl6pPr>
              <a:defRPr sz="1200" b="0">
                <a:solidFill>
                  <a:srgbClr val="746D64"/>
                </a:solidFill>
              </a:defRPr>
            </a:lvl6pPr>
            <a:lvl7pPr>
              <a:defRPr sz="1200" b="0">
                <a:solidFill>
                  <a:srgbClr val="746D64"/>
                </a:solidFill>
              </a:defRPr>
            </a:lvl7pPr>
            <a:lvl8pPr>
              <a:defRPr sz="1200" b="0">
                <a:solidFill>
                  <a:srgbClr val="746D64"/>
                </a:solidFill>
              </a:defRPr>
            </a:lvl8pPr>
            <a:lvl9pPr>
              <a:defRPr sz="1200" b="0">
                <a:solidFill>
                  <a:srgbClr val="746D64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746D64"/>
                </a:solidFill>
              </a:defRPr>
            </a:pPr>
            <a:r>
              <a:rPr sz="1200" b="0">
                <a:solidFill>
                  <a:srgbClr val="746D64"/>
                </a:solidFill>
                <a:latin typeface="Malgun Gothic"/>
                <a:ea typeface="Malgun Gothic"/>
                <a:cs typeface="Malgun Gothic"/>
              </a:rPr>
              <a:t>Travertine Beige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C5AF77-5E5E-4DF9-A076-CAEB0DA05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085975"/>
            <a:ext cx="409575" cy="409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A967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488E4C-B497-4179-B93E-FDD4666DA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590800"/>
            <a:ext cx="1581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746D64"/>
                </a:solidFill>
              </a:defRPr>
            </a:defPPr>
            <a:lvl1pPr>
              <a:defRPr sz="1200" b="0">
                <a:solidFill>
                  <a:srgbClr val="746D64"/>
                </a:solidFill>
              </a:defRPr>
            </a:lvl1pPr>
            <a:lvl2pPr>
              <a:defRPr sz="1200" b="0">
                <a:solidFill>
                  <a:srgbClr val="746D64"/>
                </a:solidFill>
              </a:defRPr>
            </a:lvl2pPr>
            <a:lvl3pPr>
              <a:defRPr sz="1200" b="0">
                <a:solidFill>
                  <a:srgbClr val="746D64"/>
                </a:solidFill>
              </a:defRPr>
            </a:lvl3pPr>
            <a:lvl4pPr>
              <a:defRPr sz="1200" b="0">
                <a:solidFill>
                  <a:srgbClr val="746D64"/>
                </a:solidFill>
              </a:defRPr>
            </a:lvl4pPr>
            <a:lvl5pPr>
              <a:defRPr sz="1200" b="0">
                <a:solidFill>
                  <a:srgbClr val="746D64"/>
                </a:solidFill>
              </a:defRPr>
            </a:lvl5pPr>
            <a:lvl6pPr>
              <a:defRPr sz="1200" b="0">
                <a:solidFill>
                  <a:srgbClr val="746D64"/>
                </a:solidFill>
              </a:defRPr>
            </a:lvl6pPr>
            <a:lvl7pPr>
              <a:defRPr sz="1200" b="0">
                <a:solidFill>
                  <a:srgbClr val="746D64"/>
                </a:solidFill>
              </a:defRPr>
            </a:lvl7pPr>
            <a:lvl8pPr>
              <a:defRPr sz="1200" b="0">
                <a:solidFill>
                  <a:srgbClr val="746D64"/>
                </a:solidFill>
              </a:defRPr>
            </a:lvl8pPr>
            <a:lvl9pPr>
              <a:defRPr sz="1200" b="0">
                <a:solidFill>
                  <a:srgbClr val="746D64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746D64"/>
                </a:solidFill>
              </a:defRPr>
            </a:pPr>
            <a:r>
              <a:rPr sz="1200" b="0">
                <a:solidFill>
                  <a:srgbClr val="746D64"/>
                </a:solidFill>
                <a:latin typeface="Malgun Gothic"/>
                <a:ea typeface="Malgun Gothic"/>
                <a:cs typeface="Malgun Gothic"/>
              </a:rPr>
              <a:t>Natural White Oak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98ED8A-FDC4-442E-9B23-AC11BC033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85975"/>
            <a:ext cx="409575" cy="409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A89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2F9611-3DBA-48CB-A3E0-06ECCF9A4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90800"/>
            <a:ext cx="1581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746D64"/>
                </a:solidFill>
              </a:defRPr>
            </a:defPPr>
            <a:lvl1pPr>
              <a:defRPr sz="1200" b="0">
                <a:solidFill>
                  <a:srgbClr val="746D64"/>
                </a:solidFill>
              </a:defRPr>
            </a:lvl1pPr>
            <a:lvl2pPr>
              <a:defRPr sz="1200" b="0">
                <a:solidFill>
                  <a:srgbClr val="746D64"/>
                </a:solidFill>
              </a:defRPr>
            </a:lvl2pPr>
            <a:lvl3pPr>
              <a:defRPr sz="1200" b="0">
                <a:solidFill>
                  <a:srgbClr val="746D64"/>
                </a:solidFill>
              </a:defRPr>
            </a:lvl3pPr>
            <a:lvl4pPr>
              <a:defRPr sz="1200" b="0">
                <a:solidFill>
                  <a:srgbClr val="746D64"/>
                </a:solidFill>
              </a:defRPr>
            </a:lvl4pPr>
            <a:lvl5pPr>
              <a:defRPr sz="1200" b="0">
                <a:solidFill>
                  <a:srgbClr val="746D64"/>
                </a:solidFill>
              </a:defRPr>
            </a:lvl5pPr>
            <a:lvl6pPr>
              <a:defRPr sz="1200" b="0">
                <a:solidFill>
                  <a:srgbClr val="746D64"/>
                </a:solidFill>
              </a:defRPr>
            </a:lvl6pPr>
            <a:lvl7pPr>
              <a:defRPr sz="1200" b="0">
                <a:solidFill>
                  <a:srgbClr val="746D64"/>
                </a:solidFill>
              </a:defRPr>
            </a:lvl7pPr>
            <a:lvl8pPr>
              <a:defRPr sz="1200" b="0">
                <a:solidFill>
                  <a:srgbClr val="746D64"/>
                </a:solidFill>
              </a:defRPr>
            </a:lvl8pPr>
            <a:lvl9pPr>
              <a:defRPr sz="1200" b="0">
                <a:solidFill>
                  <a:srgbClr val="746D64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746D64"/>
                </a:solidFill>
              </a:defRPr>
            </a:pPr>
            <a:r>
              <a:rPr sz="1200" b="0">
                <a:solidFill>
                  <a:srgbClr val="746D64"/>
                </a:solidFill>
                <a:latin typeface="Malgun Gothic"/>
                <a:ea typeface="Malgun Gothic"/>
                <a:cs typeface="Malgun Gothic"/>
              </a:rPr>
              <a:t>Soft Taupe Fabric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785FED-E44C-43CE-9EC5-BE2E45672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085975"/>
            <a:ext cx="409575" cy="409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312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2D43EA-63B1-437D-8274-211B9A992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590800"/>
            <a:ext cx="1581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746D64"/>
                </a:solidFill>
              </a:defRPr>
            </a:defPPr>
            <a:lvl1pPr>
              <a:defRPr sz="1200" b="0">
                <a:solidFill>
                  <a:srgbClr val="746D64"/>
                </a:solidFill>
              </a:defRPr>
            </a:lvl1pPr>
            <a:lvl2pPr>
              <a:defRPr sz="1200" b="0">
                <a:solidFill>
                  <a:srgbClr val="746D64"/>
                </a:solidFill>
              </a:defRPr>
            </a:lvl2pPr>
            <a:lvl3pPr>
              <a:defRPr sz="1200" b="0">
                <a:solidFill>
                  <a:srgbClr val="746D64"/>
                </a:solidFill>
              </a:defRPr>
            </a:lvl3pPr>
            <a:lvl4pPr>
              <a:defRPr sz="1200" b="0">
                <a:solidFill>
                  <a:srgbClr val="746D64"/>
                </a:solidFill>
              </a:defRPr>
            </a:lvl4pPr>
            <a:lvl5pPr>
              <a:defRPr sz="1200" b="0">
                <a:solidFill>
                  <a:srgbClr val="746D64"/>
                </a:solidFill>
              </a:defRPr>
            </a:lvl5pPr>
            <a:lvl6pPr>
              <a:defRPr sz="1200" b="0">
                <a:solidFill>
                  <a:srgbClr val="746D64"/>
                </a:solidFill>
              </a:defRPr>
            </a:lvl6pPr>
            <a:lvl7pPr>
              <a:defRPr sz="1200" b="0">
                <a:solidFill>
                  <a:srgbClr val="746D64"/>
                </a:solidFill>
              </a:defRPr>
            </a:lvl7pPr>
            <a:lvl8pPr>
              <a:defRPr sz="1200" b="0">
                <a:solidFill>
                  <a:srgbClr val="746D64"/>
                </a:solidFill>
              </a:defRPr>
            </a:lvl8pPr>
            <a:lvl9pPr>
              <a:defRPr sz="1200" b="0">
                <a:solidFill>
                  <a:srgbClr val="746D64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746D64"/>
                </a:solidFill>
              </a:defRPr>
            </a:pPr>
            <a:r>
              <a:rPr sz="1200" b="0">
                <a:solidFill>
                  <a:srgbClr val="746D64"/>
                </a:solidFill>
                <a:latin typeface="Malgun Gothic"/>
                <a:ea typeface="Malgun Gothic"/>
                <a:cs typeface="Malgun Gothic"/>
              </a:rPr>
              <a:t>Deep Walnut Accent</a:t>
            </a:r>
          </a:p>
        </p:txBody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B6D6EB-E722-40F5-A23D-F2A96EBC47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88a90aebfd4d54"/>
          <a:srcRect xmlns:a="http://schemas.openxmlformats.org/drawingml/2006/main" l="20911" t="0" r="2091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0" y="3219450"/>
            <a:ext cx="1966913" cy="1019175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F91E49-1D83-4AF3-B14F-E56361146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52925"/>
            <a:ext cx="1966913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1">
                <a:solidFill>
                  <a:srgbClr val="302C27"/>
                </a:solidFill>
              </a:defRPr>
            </a:defPPr>
            <a:lvl1pPr>
              <a:defRPr sz="1275" b="1">
                <a:solidFill>
                  <a:srgbClr val="302C27"/>
                </a:solidFill>
              </a:defRPr>
            </a:lvl1pPr>
            <a:lvl2pPr>
              <a:defRPr sz="1275" b="1">
                <a:solidFill>
                  <a:srgbClr val="302C27"/>
                </a:solidFill>
              </a:defRPr>
            </a:lvl2pPr>
            <a:lvl3pPr>
              <a:defRPr sz="1275" b="1">
                <a:solidFill>
                  <a:srgbClr val="302C27"/>
                </a:solidFill>
              </a:defRPr>
            </a:lvl3pPr>
            <a:lvl4pPr>
              <a:defRPr sz="1275" b="1">
                <a:solidFill>
                  <a:srgbClr val="302C27"/>
                </a:solidFill>
              </a:defRPr>
            </a:lvl4pPr>
            <a:lvl5pPr>
              <a:defRPr sz="1275" b="1">
                <a:solidFill>
                  <a:srgbClr val="302C27"/>
                </a:solidFill>
              </a:defRPr>
            </a:lvl5pPr>
            <a:lvl6pPr>
              <a:defRPr sz="1275" b="1">
                <a:solidFill>
                  <a:srgbClr val="302C27"/>
                </a:solidFill>
              </a:defRPr>
            </a:lvl6pPr>
            <a:lvl7pPr>
              <a:defRPr sz="1275" b="1">
                <a:solidFill>
                  <a:srgbClr val="302C27"/>
                </a:solidFill>
              </a:defRPr>
            </a:lvl7pPr>
            <a:lvl8pPr>
              <a:defRPr sz="1275" b="1">
                <a:solidFill>
                  <a:srgbClr val="302C27"/>
                </a:solidFill>
              </a:defRPr>
            </a:lvl8pPr>
            <a:lvl9pPr>
              <a:defRPr sz="1275" b="1">
                <a:solidFill>
                  <a:srgbClr val="302C27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302C27"/>
                </a:solidFill>
              </a:defRPr>
            </a:pPr>
            <a:r>
              <a:rPr sz="1275" b="1">
                <a:solidFill>
                  <a:srgbClr val="302C27"/>
                </a:solidFill>
                <a:latin typeface="Malgun Gothic"/>
                <a:ea typeface="Malgun Gothic"/>
                <a:cs typeface="Malgun Gothic"/>
              </a:rPr>
              <a:t>M-01 · Ivory</a:t>
            </a:r>
          </a:p>
          <a:p xmlns:a="http://schemas.openxmlformats.org/drawingml/2006/main">
            <a:pPr>
              <a:defRPr sz="1275" b="1">
                <a:solidFill>
                  <a:srgbClr val="302C27"/>
                </a:solidFill>
              </a:defRPr>
            </a:pPr>
            <a:r>
              <a:rPr sz="1275" b="1">
                <a:solidFill>
                  <a:srgbClr val="302C27"/>
                </a:solidFill>
                <a:latin typeface="Malgun Gothic"/>
                <a:ea typeface="Malgun Gothic"/>
                <a:cs typeface="Malgun Gothic"/>
              </a:rPr>
              <a:t>Travertine Stone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957AFA-9A0E-4D7E-8985-51195D35C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838700"/>
            <a:ext cx="1966913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746D64"/>
                </a:solidFill>
              </a:defRPr>
            </a:defPPr>
            <a:lvl1pPr>
              <a:defRPr sz="1275" b="0">
                <a:solidFill>
                  <a:srgbClr val="746D64"/>
                </a:solidFill>
              </a:defRPr>
            </a:lvl1pPr>
            <a:lvl2pPr>
              <a:defRPr sz="1275" b="0">
                <a:solidFill>
                  <a:srgbClr val="746D64"/>
                </a:solidFill>
              </a:defRPr>
            </a:lvl2pPr>
            <a:lvl3pPr>
              <a:defRPr sz="1275" b="0">
                <a:solidFill>
                  <a:srgbClr val="746D64"/>
                </a:solidFill>
              </a:defRPr>
            </a:lvl3pPr>
            <a:lvl4pPr>
              <a:defRPr sz="1275" b="0">
                <a:solidFill>
                  <a:srgbClr val="746D64"/>
                </a:solidFill>
              </a:defRPr>
            </a:lvl4pPr>
            <a:lvl5pPr>
              <a:defRPr sz="1275" b="0">
                <a:solidFill>
                  <a:srgbClr val="746D64"/>
                </a:solidFill>
              </a:defRPr>
            </a:lvl5pPr>
            <a:lvl6pPr>
              <a:defRPr sz="1275" b="0">
                <a:solidFill>
                  <a:srgbClr val="746D64"/>
                </a:solidFill>
              </a:defRPr>
            </a:lvl6pPr>
            <a:lvl7pPr>
              <a:defRPr sz="1275" b="0">
                <a:solidFill>
                  <a:srgbClr val="746D64"/>
                </a:solidFill>
              </a:defRPr>
            </a:lvl7pPr>
            <a:lvl8pPr>
              <a:defRPr sz="1275" b="0">
                <a:solidFill>
                  <a:srgbClr val="746D64"/>
                </a:solidFill>
              </a:defRPr>
            </a:lvl8pPr>
            <a:lvl9pPr>
              <a:defRPr sz="1275" b="0">
                <a:solidFill>
                  <a:srgbClr val="746D64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746D64"/>
                </a:solidFill>
              </a:defRPr>
            </a:pPr>
            <a:r>
              <a:rPr sz="1275" b="0">
                <a:solidFill>
                  <a:srgbClr val="746D64"/>
                </a:solidFill>
                <a:latin typeface="Malgun Gothic"/>
                <a:ea typeface="Malgun Gothic"/>
                <a:cs typeface="Malgun Gothic"/>
              </a:rPr>
              <a:t>외벽·아트월 석재</a:t>
            </a:r>
          </a:p>
        </p:txBody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005B45-6EDE-4192-95AB-705B90792F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30539ff6614aa5"/>
          <a:srcRect xmlns:a="http://schemas.openxmlformats.org/drawingml/2006/main" l="20911" t="0" r="2091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72113" y="3219450"/>
            <a:ext cx="1966913" cy="1019175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C0EFB2-9E1B-45BE-8C7B-DC90BD78A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2113" y="4352925"/>
            <a:ext cx="1966913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1">
                <a:solidFill>
                  <a:srgbClr val="302C27"/>
                </a:solidFill>
              </a:defRPr>
            </a:defPPr>
            <a:lvl1pPr>
              <a:defRPr sz="1275" b="1">
                <a:solidFill>
                  <a:srgbClr val="302C27"/>
                </a:solidFill>
              </a:defRPr>
            </a:lvl1pPr>
            <a:lvl2pPr>
              <a:defRPr sz="1275" b="1">
                <a:solidFill>
                  <a:srgbClr val="302C27"/>
                </a:solidFill>
              </a:defRPr>
            </a:lvl2pPr>
            <a:lvl3pPr>
              <a:defRPr sz="1275" b="1">
                <a:solidFill>
                  <a:srgbClr val="302C27"/>
                </a:solidFill>
              </a:defRPr>
            </a:lvl3pPr>
            <a:lvl4pPr>
              <a:defRPr sz="1275" b="1">
                <a:solidFill>
                  <a:srgbClr val="302C27"/>
                </a:solidFill>
              </a:defRPr>
            </a:lvl4pPr>
            <a:lvl5pPr>
              <a:defRPr sz="1275" b="1">
                <a:solidFill>
                  <a:srgbClr val="302C27"/>
                </a:solidFill>
              </a:defRPr>
            </a:lvl5pPr>
            <a:lvl6pPr>
              <a:defRPr sz="1275" b="1">
                <a:solidFill>
                  <a:srgbClr val="302C27"/>
                </a:solidFill>
              </a:defRPr>
            </a:lvl6pPr>
            <a:lvl7pPr>
              <a:defRPr sz="1275" b="1">
                <a:solidFill>
                  <a:srgbClr val="302C27"/>
                </a:solidFill>
              </a:defRPr>
            </a:lvl7pPr>
            <a:lvl8pPr>
              <a:defRPr sz="1275" b="1">
                <a:solidFill>
                  <a:srgbClr val="302C27"/>
                </a:solidFill>
              </a:defRPr>
            </a:lvl8pPr>
            <a:lvl9pPr>
              <a:defRPr sz="1275" b="1">
                <a:solidFill>
                  <a:srgbClr val="302C27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302C27"/>
                </a:solidFill>
              </a:defRPr>
            </a:pPr>
            <a:r>
              <a:rPr sz="1275" b="1">
                <a:solidFill>
                  <a:srgbClr val="302C27"/>
                </a:solidFill>
                <a:latin typeface="Malgun Gothic"/>
                <a:ea typeface="Malgun Gothic"/>
                <a:cs typeface="Malgun Gothic"/>
              </a:rPr>
              <a:t>M-02 · Soft Cream</a:t>
            </a:r>
          </a:p>
          <a:p xmlns:a="http://schemas.openxmlformats.org/drawingml/2006/main">
            <a:pPr>
              <a:defRPr sz="1275" b="1">
                <a:solidFill>
                  <a:srgbClr val="302C27"/>
                </a:solidFill>
              </a:defRPr>
            </a:pPr>
            <a:r>
              <a:rPr sz="1275" b="1">
                <a:solidFill>
                  <a:srgbClr val="302C27"/>
                </a:solidFill>
                <a:latin typeface="Malgun Gothic"/>
                <a:ea typeface="Malgun Gothic"/>
                <a:cs typeface="Malgun Gothic"/>
              </a:rPr>
              <a:t>Micro Cement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06262C-AC27-4FE7-96BF-8BCB9D518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2113" y="4838700"/>
            <a:ext cx="1966913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746D64"/>
                </a:solidFill>
              </a:defRPr>
            </a:defPPr>
            <a:lvl1pPr>
              <a:defRPr sz="1275" b="0">
                <a:solidFill>
                  <a:srgbClr val="746D64"/>
                </a:solidFill>
              </a:defRPr>
            </a:lvl1pPr>
            <a:lvl2pPr>
              <a:defRPr sz="1275" b="0">
                <a:solidFill>
                  <a:srgbClr val="746D64"/>
                </a:solidFill>
              </a:defRPr>
            </a:lvl2pPr>
            <a:lvl3pPr>
              <a:defRPr sz="1275" b="0">
                <a:solidFill>
                  <a:srgbClr val="746D64"/>
                </a:solidFill>
              </a:defRPr>
            </a:lvl3pPr>
            <a:lvl4pPr>
              <a:defRPr sz="1275" b="0">
                <a:solidFill>
                  <a:srgbClr val="746D64"/>
                </a:solidFill>
              </a:defRPr>
            </a:lvl4pPr>
            <a:lvl5pPr>
              <a:defRPr sz="1275" b="0">
                <a:solidFill>
                  <a:srgbClr val="746D64"/>
                </a:solidFill>
              </a:defRPr>
            </a:lvl5pPr>
            <a:lvl6pPr>
              <a:defRPr sz="1275" b="0">
                <a:solidFill>
                  <a:srgbClr val="746D64"/>
                </a:solidFill>
              </a:defRPr>
            </a:lvl6pPr>
            <a:lvl7pPr>
              <a:defRPr sz="1275" b="0">
                <a:solidFill>
                  <a:srgbClr val="746D64"/>
                </a:solidFill>
              </a:defRPr>
            </a:lvl7pPr>
            <a:lvl8pPr>
              <a:defRPr sz="1275" b="0">
                <a:solidFill>
                  <a:srgbClr val="746D64"/>
                </a:solidFill>
              </a:defRPr>
            </a:lvl8pPr>
            <a:lvl9pPr>
              <a:defRPr sz="1275" b="0">
                <a:solidFill>
                  <a:srgbClr val="746D64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746D64"/>
                </a:solidFill>
              </a:defRPr>
            </a:pPr>
            <a:r>
              <a:rPr sz="1275" b="0">
                <a:solidFill>
                  <a:srgbClr val="746D64"/>
                </a:solidFill>
                <a:latin typeface="Malgun Gothic"/>
                <a:ea typeface="Malgun Gothic"/>
                <a:cs typeface="Malgun Gothic"/>
              </a:rPr>
              <a:t>실내 벽·바닥 베이스</a:t>
            </a:r>
          </a:p>
        </p:txBody>
      </p:sp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5BCB87-43F2-487A-B605-B0EE4829C0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d2e7a4e00a48e8"/>
          <a:srcRect xmlns:a="http://schemas.openxmlformats.org/drawingml/2006/main" l="20911" t="0" r="2091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10475" y="3219450"/>
            <a:ext cx="1966913" cy="1019175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3926DF-A5F9-4666-89F2-125651898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4352925"/>
            <a:ext cx="1966913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1">
                <a:solidFill>
                  <a:srgbClr val="302C27"/>
                </a:solidFill>
              </a:defRPr>
            </a:defPPr>
            <a:lvl1pPr>
              <a:defRPr sz="1275" b="1">
                <a:solidFill>
                  <a:srgbClr val="302C27"/>
                </a:solidFill>
              </a:defRPr>
            </a:lvl1pPr>
            <a:lvl2pPr>
              <a:defRPr sz="1275" b="1">
                <a:solidFill>
                  <a:srgbClr val="302C27"/>
                </a:solidFill>
              </a:defRPr>
            </a:lvl2pPr>
            <a:lvl3pPr>
              <a:defRPr sz="1275" b="1">
                <a:solidFill>
                  <a:srgbClr val="302C27"/>
                </a:solidFill>
              </a:defRPr>
            </a:lvl3pPr>
            <a:lvl4pPr>
              <a:defRPr sz="1275" b="1">
                <a:solidFill>
                  <a:srgbClr val="302C27"/>
                </a:solidFill>
              </a:defRPr>
            </a:lvl4pPr>
            <a:lvl5pPr>
              <a:defRPr sz="1275" b="1">
                <a:solidFill>
                  <a:srgbClr val="302C27"/>
                </a:solidFill>
              </a:defRPr>
            </a:lvl5pPr>
            <a:lvl6pPr>
              <a:defRPr sz="1275" b="1">
                <a:solidFill>
                  <a:srgbClr val="302C27"/>
                </a:solidFill>
              </a:defRPr>
            </a:lvl6pPr>
            <a:lvl7pPr>
              <a:defRPr sz="1275" b="1">
                <a:solidFill>
                  <a:srgbClr val="302C27"/>
                </a:solidFill>
              </a:defRPr>
            </a:lvl7pPr>
            <a:lvl8pPr>
              <a:defRPr sz="1275" b="1">
                <a:solidFill>
                  <a:srgbClr val="302C27"/>
                </a:solidFill>
              </a:defRPr>
            </a:lvl8pPr>
            <a:lvl9pPr>
              <a:defRPr sz="1275" b="1">
                <a:solidFill>
                  <a:srgbClr val="302C27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302C27"/>
                </a:solidFill>
              </a:defRPr>
            </a:pPr>
            <a:r>
              <a:rPr sz="1275" b="1">
                <a:solidFill>
                  <a:srgbClr val="302C27"/>
                </a:solidFill>
                <a:latin typeface="Malgun Gothic"/>
                <a:ea typeface="Malgun Gothic"/>
                <a:cs typeface="Malgun Gothic"/>
              </a:rPr>
              <a:t>M-03 · Natural</a:t>
            </a:r>
          </a:p>
          <a:p xmlns:a="http://schemas.openxmlformats.org/drawingml/2006/main">
            <a:pPr>
              <a:defRPr sz="1275" b="1">
                <a:solidFill>
                  <a:srgbClr val="302C27"/>
                </a:solidFill>
              </a:defRPr>
            </a:pPr>
            <a:r>
              <a:rPr sz="1275" b="1">
                <a:solidFill>
                  <a:srgbClr val="302C27"/>
                </a:solidFill>
                <a:latin typeface="Malgun Gothic"/>
                <a:ea typeface="Malgun Gothic"/>
                <a:cs typeface="Malgun Gothic"/>
              </a:rPr>
              <a:t>White Oak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2089EC-2878-41C4-80D7-367DE3557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4838700"/>
            <a:ext cx="1966913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746D64"/>
                </a:solidFill>
              </a:defRPr>
            </a:defPPr>
            <a:lvl1pPr>
              <a:defRPr sz="1275" b="0">
                <a:solidFill>
                  <a:srgbClr val="746D64"/>
                </a:solidFill>
              </a:defRPr>
            </a:lvl1pPr>
            <a:lvl2pPr>
              <a:defRPr sz="1275" b="0">
                <a:solidFill>
                  <a:srgbClr val="746D64"/>
                </a:solidFill>
              </a:defRPr>
            </a:lvl2pPr>
            <a:lvl3pPr>
              <a:defRPr sz="1275" b="0">
                <a:solidFill>
                  <a:srgbClr val="746D64"/>
                </a:solidFill>
              </a:defRPr>
            </a:lvl3pPr>
            <a:lvl4pPr>
              <a:defRPr sz="1275" b="0">
                <a:solidFill>
                  <a:srgbClr val="746D64"/>
                </a:solidFill>
              </a:defRPr>
            </a:lvl4pPr>
            <a:lvl5pPr>
              <a:defRPr sz="1275" b="0">
                <a:solidFill>
                  <a:srgbClr val="746D64"/>
                </a:solidFill>
              </a:defRPr>
            </a:lvl5pPr>
            <a:lvl6pPr>
              <a:defRPr sz="1275" b="0">
                <a:solidFill>
                  <a:srgbClr val="746D64"/>
                </a:solidFill>
              </a:defRPr>
            </a:lvl6pPr>
            <a:lvl7pPr>
              <a:defRPr sz="1275" b="0">
                <a:solidFill>
                  <a:srgbClr val="746D64"/>
                </a:solidFill>
              </a:defRPr>
            </a:lvl7pPr>
            <a:lvl8pPr>
              <a:defRPr sz="1275" b="0">
                <a:solidFill>
                  <a:srgbClr val="746D64"/>
                </a:solidFill>
              </a:defRPr>
            </a:lvl8pPr>
            <a:lvl9pPr>
              <a:defRPr sz="1275" b="0">
                <a:solidFill>
                  <a:srgbClr val="746D64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746D64"/>
                </a:solidFill>
              </a:defRPr>
            </a:pPr>
            <a:r>
              <a:rPr sz="1275" b="0">
                <a:solidFill>
                  <a:srgbClr val="746D64"/>
                </a:solidFill>
                <a:latin typeface="Malgun Gothic"/>
                <a:ea typeface="Malgun Gothic"/>
                <a:cs typeface="Malgun Gothic"/>
              </a:rPr>
              <a:t>마루·루버·다이닝</a:t>
            </a:r>
          </a:p>
        </p:txBody>
      </p:sp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03FF8B-4972-4A04-983A-944684E809E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a015f327524d0b"/>
          <a:srcRect xmlns:a="http://schemas.openxmlformats.org/drawingml/2006/main" l="36037" t="0" r="3603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48838" y="3219450"/>
            <a:ext cx="944118" cy="1019175"/>
          </a:xfrm>
          <a:prstGeom xmlns:a="http://schemas.openxmlformats.org/drawingml/2006/main" prst="rect">
            <a:avLst/>
          </a:prstGeom>
        </p:spPr>
      </p:pic>
      <p:pic>
        <p:nvPic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C14500-C0D1-4A68-BB0A-BF77786F9F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eeafb8528947b8"/>
          <a:srcRect xmlns:a="http://schemas.openxmlformats.org/drawingml/2006/main" l="35455" t="0" r="354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32294" y="3219450"/>
            <a:ext cx="983456" cy="1019175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145A6E-81F5-4D1A-A0C2-B717BFC4D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8838" y="4352925"/>
            <a:ext cx="1966913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1">
                <a:solidFill>
                  <a:srgbClr val="302C27"/>
                </a:solidFill>
              </a:defRPr>
            </a:defPPr>
            <a:lvl1pPr>
              <a:defRPr sz="1275" b="1">
                <a:solidFill>
                  <a:srgbClr val="302C27"/>
                </a:solidFill>
              </a:defRPr>
            </a:lvl1pPr>
            <a:lvl2pPr>
              <a:defRPr sz="1275" b="1">
                <a:solidFill>
                  <a:srgbClr val="302C27"/>
                </a:solidFill>
              </a:defRPr>
            </a:lvl2pPr>
            <a:lvl3pPr>
              <a:defRPr sz="1275" b="1">
                <a:solidFill>
                  <a:srgbClr val="302C27"/>
                </a:solidFill>
              </a:defRPr>
            </a:lvl3pPr>
            <a:lvl4pPr>
              <a:defRPr sz="1275" b="1">
                <a:solidFill>
                  <a:srgbClr val="302C27"/>
                </a:solidFill>
              </a:defRPr>
            </a:lvl4pPr>
            <a:lvl5pPr>
              <a:defRPr sz="1275" b="1">
                <a:solidFill>
                  <a:srgbClr val="302C27"/>
                </a:solidFill>
              </a:defRPr>
            </a:lvl5pPr>
            <a:lvl6pPr>
              <a:defRPr sz="1275" b="1">
                <a:solidFill>
                  <a:srgbClr val="302C27"/>
                </a:solidFill>
              </a:defRPr>
            </a:lvl6pPr>
            <a:lvl7pPr>
              <a:defRPr sz="1275" b="1">
                <a:solidFill>
                  <a:srgbClr val="302C27"/>
                </a:solidFill>
              </a:defRPr>
            </a:lvl7pPr>
            <a:lvl8pPr>
              <a:defRPr sz="1275" b="1">
                <a:solidFill>
                  <a:srgbClr val="302C27"/>
                </a:solidFill>
              </a:defRPr>
            </a:lvl8pPr>
            <a:lvl9pPr>
              <a:defRPr sz="1275" b="1">
                <a:solidFill>
                  <a:srgbClr val="302C27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302C27"/>
                </a:solidFill>
              </a:defRPr>
            </a:pPr>
            <a:r>
              <a:rPr sz="1275" b="1">
                <a:solidFill>
                  <a:srgbClr val="302C27"/>
                </a:solidFill>
                <a:latin typeface="Malgun Gothic"/>
                <a:ea typeface="Malgun Gothic"/>
                <a:cs typeface="Malgun Gothic"/>
              </a:rPr>
              <a:t>M-04 · Dark Walnut</a:t>
            </a:r>
          </a:p>
          <a:p xmlns:a="http://schemas.openxmlformats.org/drawingml/2006/main">
            <a:pPr>
              <a:defRPr sz="1275" b="1">
                <a:solidFill>
                  <a:srgbClr val="302C27"/>
                </a:solidFill>
              </a:defRPr>
            </a:pPr>
            <a:r>
              <a:rPr sz="1275" b="1">
                <a:solidFill>
                  <a:srgbClr val="302C27"/>
                </a:solidFill>
                <a:latin typeface="Malgun Gothic"/>
                <a:ea typeface="Malgun Gothic"/>
                <a:cs typeface="Malgun Gothic"/>
              </a:rPr>
              <a:t>&amp; Taj Mahal Stone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48A14E9-0DE9-4D21-981D-094F4FC97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8838" y="4838700"/>
            <a:ext cx="1966913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746D64"/>
                </a:solidFill>
              </a:defRPr>
            </a:defPPr>
            <a:lvl1pPr>
              <a:defRPr sz="1275" b="0">
                <a:solidFill>
                  <a:srgbClr val="746D64"/>
                </a:solidFill>
              </a:defRPr>
            </a:lvl1pPr>
            <a:lvl2pPr>
              <a:defRPr sz="1275" b="0">
                <a:solidFill>
                  <a:srgbClr val="746D64"/>
                </a:solidFill>
              </a:defRPr>
            </a:lvl2pPr>
            <a:lvl3pPr>
              <a:defRPr sz="1275" b="0">
                <a:solidFill>
                  <a:srgbClr val="746D64"/>
                </a:solidFill>
              </a:defRPr>
            </a:lvl3pPr>
            <a:lvl4pPr>
              <a:defRPr sz="1275" b="0">
                <a:solidFill>
                  <a:srgbClr val="746D64"/>
                </a:solidFill>
              </a:defRPr>
            </a:lvl4pPr>
            <a:lvl5pPr>
              <a:defRPr sz="1275" b="0">
                <a:solidFill>
                  <a:srgbClr val="746D64"/>
                </a:solidFill>
              </a:defRPr>
            </a:lvl5pPr>
            <a:lvl6pPr>
              <a:defRPr sz="1275" b="0">
                <a:solidFill>
                  <a:srgbClr val="746D64"/>
                </a:solidFill>
              </a:defRPr>
            </a:lvl6pPr>
            <a:lvl7pPr>
              <a:defRPr sz="1275" b="0">
                <a:solidFill>
                  <a:srgbClr val="746D64"/>
                </a:solidFill>
              </a:defRPr>
            </a:lvl7pPr>
            <a:lvl8pPr>
              <a:defRPr sz="1275" b="0">
                <a:solidFill>
                  <a:srgbClr val="746D64"/>
                </a:solidFill>
              </a:defRPr>
            </a:lvl8pPr>
            <a:lvl9pPr>
              <a:defRPr sz="1275" b="0">
                <a:solidFill>
                  <a:srgbClr val="746D64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746D64"/>
                </a:solidFill>
              </a:defRPr>
            </a:pPr>
            <a:r>
              <a:rPr sz="1275" b="0">
                <a:solidFill>
                  <a:srgbClr val="746D64"/>
                </a:solidFill>
                <a:latin typeface="Malgun Gothic"/>
                <a:ea typeface="Malgun Gothic"/>
                <a:cs typeface="Malgun Gothic"/>
              </a:rPr>
              <a:t>가구·아일랜드 상판</a:t>
            </a:r>
          </a:p>
        </p:txBody>
      </p:sp>
      <p:pic>
        <p:nvPic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7D9C6E-CFDA-49DF-9796-D2E16C28682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686adce2e54225"/>
          <a:stretch xmlns:a="http://schemas.openxmlformats.org/drawingml/2006/main"/>
        </p:blipFill>
        <p:spPr>
          <a:xfrm xmlns:a="http://schemas.openxmlformats.org/drawingml/2006/main">
            <a:off x="6267450" y="5334000"/>
            <a:ext cx="2514600" cy="838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5847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DBE337-DCB9-45F7-9B1C-7EA9B2137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619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9B7C58"/>
                </a:solidFill>
              </a:defRPr>
            </a:defPPr>
            <a:lvl1pPr>
              <a:defRPr sz="1200" b="0">
                <a:solidFill>
                  <a:srgbClr val="9B7C58"/>
                </a:solidFill>
              </a:defRPr>
            </a:lvl1pPr>
            <a:lvl2pPr>
              <a:defRPr sz="1200" b="0">
                <a:solidFill>
                  <a:srgbClr val="9B7C58"/>
                </a:solidFill>
              </a:defRPr>
            </a:lvl2pPr>
            <a:lvl3pPr>
              <a:defRPr sz="1200" b="0">
                <a:solidFill>
                  <a:srgbClr val="9B7C58"/>
                </a:solidFill>
              </a:defRPr>
            </a:lvl3pPr>
            <a:lvl4pPr>
              <a:defRPr sz="1200" b="0">
                <a:solidFill>
                  <a:srgbClr val="9B7C58"/>
                </a:solidFill>
              </a:defRPr>
            </a:lvl4pPr>
            <a:lvl5pPr>
              <a:defRPr sz="1200" b="0">
                <a:solidFill>
                  <a:srgbClr val="9B7C58"/>
                </a:solidFill>
              </a:defRPr>
            </a:lvl5pPr>
            <a:lvl6pPr>
              <a:defRPr sz="1200" b="0">
                <a:solidFill>
                  <a:srgbClr val="9B7C58"/>
                </a:solidFill>
              </a:defRPr>
            </a:lvl6pPr>
            <a:lvl7pPr>
              <a:defRPr sz="1200" b="0">
                <a:solidFill>
                  <a:srgbClr val="9B7C58"/>
                </a:solidFill>
              </a:defRPr>
            </a:lvl7pPr>
            <a:lvl8pPr>
              <a:defRPr sz="1200" b="0">
                <a:solidFill>
                  <a:srgbClr val="9B7C58"/>
                </a:solidFill>
              </a:defRPr>
            </a:lvl8pPr>
            <a:lvl9pPr>
              <a:defRPr sz="1200" b="0">
                <a:solidFill>
                  <a:srgbClr val="9B7C58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9B7C58"/>
                </a:solidFill>
              </a:defRPr>
            </a:pPr>
            <a:r>
              <a:rPr sz="1200" b="0">
                <a:solidFill>
                  <a:srgbClr val="9B7C58"/>
                </a:solidFill>
                <a:latin typeface="Malgun Gothic"/>
                <a:ea typeface="Malgun Gothic"/>
                <a:cs typeface="Malgun Gothic"/>
              </a:rPr>
              <a:t>04 / ARCHI NOVA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E79AEE-9B6D-49DE-82CB-5BB2DFEB723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57a4803df6487e"/>
          <a:stretch xmlns:a="http://schemas.openxmlformats.org/drawingml/2006/main"/>
        </p:blipFill>
        <p:spPr>
          <a:xfrm xmlns:a="http://schemas.openxmlformats.org/drawingml/2006/main">
            <a:off x="9645152" y="238125"/>
            <a:ext cx="1788521" cy="536734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5D42C1-18AD-4F06-B58E-1B4AEF838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1277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000" b="1">
                <a:solidFill>
                  <a:srgbClr val="302C27"/>
                </a:solidFill>
              </a:defRPr>
            </a:defPPr>
            <a:lvl1pPr>
              <a:defRPr sz="3000" b="1">
                <a:solidFill>
                  <a:srgbClr val="302C27"/>
                </a:solidFill>
              </a:defRPr>
            </a:lvl1pPr>
            <a:lvl2pPr>
              <a:defRPr sz="3000" b="1">
                <a:solidFill>
                  <a:srgbClr val="302C27"/>
                </a:solidFill>
              </a:defRPr>
            </a:lvl2pPr>
            <a:lvl3pPr>
              <a:defRPr sz="3000" b="1">
                <a:solidFill>
                  <a:srgbClr val="302C27"/>
                </a:solidFill>
              </a:defRPr>
            </a:lvl3pPr>
            <a:lvl4pPr>
              <a:defRPr sz="3000" b="1">
                <a:solidFill>
                  <a:srgbClr val="302C27"/>
                </a:solidFill>
              </a:defRPr>
            </a:lvl4pPr>
            <a:lvl5pPr>
              <a:defRPr sz="3000" b="1">
                <a:solidFill>
                  <a:srgbClr val="302C27"/>
                </a:solidFill>
              </a:defRPr>
            </a:lvl5pPr>
            <a:lvl6pPr>
              <a:defRPr sz="3000" b="1">
                <a:solidFill>
                  <a:srgbClr val="302C27"/>
                </a:solidFill>
              </a:defRPr>
            </a:lvl6pPr>
            <a:lvl7pPr>
              <a:defRPr sz="3000" b="1">
                <a:solidFill>
                  <a:srgbClr val="302C27"/>
                </a:solidFill>
              </a:defRPr>
            </a:lvl7pPr>
            <a:lvl8pPr>
              <a:defRPr sz="3000" b="1">
                <a:solidFill>
                  <a:srgbClr val="302C27"/>
                </a:solidFill>
              </a:defRPr>
            </a:lvl8pPr>
            <a:lvl9pPr>
              <a:defRPr sz="3000" b="1">
                <a:solidFill>
                  <a:srgbClr val="302C27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302C27"/>
                </a:solidFill>
              </a:defRPr>
            </a:pPr>
            <a:r>
              <a:rPr sz="3000" b="1">
                <a:solidFill>
                  <a:srgbClr val="302C27"/>
                </a:solidFill>
                <a:latin typeface="Malgun Gothic"/>
                <a:ea typeface="Malgun Gothic"/>
                <a:cs typeface="Malgun Gothic"/>
              </a:rPr>
              <a:t>평면에서 공용·사적·옥상 관계를 읽다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4EE71F-4310-42C2-801C-3A6CBE5C4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6850"/>
            <a:ext cx="11277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746D64"/>
                </a:solidFill>
              </a:defRPr>
            </a:defPPr>
            <a:lvl1pPr>
              <a:defRPr sz="1575" b="0">
                <a:solidFill>
                  <a:srgbClr val="746D64"/>
                </a:solidFill>
              </a:defRPr>
            </a:lvl1pPr>
            <a:lvl2pPr>
              <a:defRPr sz="1575" b="0">
                <a:solidFill>
                  <a:srgbClr val="746D64"/>
                </a:solidFill>
              </a:defRPr>
            </a:lvl2pPr>
            <a:lvl3pPr>
              <a:defRPr sz="1575" b="0">
                <a:solidFill>
                  <a:srgbClr val="746D64"/>
                </a:solidFill>
              </a:defRPr>
            </a:lvl3pPr>
            <a:lvl4pPr>
              <a:defRPr sz="1575" b="0">
                <a:solidFill>
                  <a:srgbClr val="746D64"/>
                </a:solidFill>
              </a:defRPr>
            </a:lvl4pPr>
            <a:lvl5pPr>
              <a:defRPr sz="1575" b="0">
                <a:solidFill>
                  <a:srgbClr val="746D64"/>
                </a:solidFill>
              </a:defRPr>
            </a:lvl5pPr>
            <a:lvl6pPr>
              <a:defRPr sz="1575" b="0">
                <a:solidFill>
                  <a:srgbClr val="746D64"/>
                </a:solidFill>
              </a:defRPr>
            </a:lvl6pPr>
            <a:lvl7pPr>
              <a:defRPr sz="1575" b="0">
                <a:solidFill>
                  <a:srgbClr val="746D64"/>
                </a:solidFill>
              </a:defRPr>
            </a:lvl7pPr>
            <a:lvl8pPr>
              <a:defRPr sz="1575" b="0">
                <a:solidFill>
                  <a:srgbClr val="746D64"/>
                </a:solidFill>
              </a:defRPr>
            </a:lvl8pPr>
            <a:lvl9pPr>
              <a:defRPr sz="1575" b="0">
                <a:solidFill>
                  <a:srgbClr val="746D64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746D64"/>
                </a:solidFill>
              </a:defRPr>
            </a:pPr>
            <a:r>
              <a:rPr sz="1575" b="0">
                <a:solidFill>
                  <a:srgbClr val="746D64"/>
                </a:solidFill>
                <a:latin typeface="Malgun Gothic"/>
                <a:ea typeface="Malgun Gothic"/>
                <a:cs typeface="Malgun Gothic"/>
              </a:rPr>
              <a:t>도면으로 공간을 확인하고, 색으로 층별 성격을 설명합니다.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4C49A8-610D-41E1-B886-271F43C46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91275"/>
            <a:ext cx="112776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DA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403B49-C6BF-4600-90F0-F991ABBD9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11277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050" b="0">
                <a:solidFill>
                  <a:srgbClr val="746D64"/>
                </a:solidFill>
              </a:defRPr>
            </a:defPPr>
            <a:lvl1pPr>
              <a:defRPr sz="1050" b="0">
                <a:solidFill>
                  <a:srgbClr val="746D64"/>
                </a:solidFill>
              </a:defRPr>
            </a:lvl1pPr>
            <a:lvl2pPr>
              <a:defRPr sz="1050" b="0">
                <a:solidFill>
                  <a:srgbClr val="746D64"/>
                </a:solidFill>
              </a:defRPr>
            </a:lvl2pPr>
            <a:lvl3pPr>
              <a:defRPr sz="1050" b="0">
                <a:solidFill>
                  <a:srgbClr val="746D64"/>
                </a:solidFill>
              </a:defRPr>
            </a:lvl3pPr>
            <a:lvl4pPr>
              <a:defRPr sz="1050" b="0">
                <a:solidFill>
                  <a:srgbClr val="746D64"/>
                </a:solidFill>
              </a:defRPr>
            </a:lvl4pPr>
            <a:lvl5pPr>
              <a:defRPr sz="1050" b="0">
                <a:solidFill>
                  <a:srgbClr val="746D64"/>
                </a:solidFill>
              </a:defRPr>
            </a:lvl5pPr>
            <a:lvl6pPr>
              <a:defRPr sz="1050" b="0">
                <a:solidFill>
                  <a:srgbClr val="746D64"/>
                </a:solidFill>
              </a:defRPr>
            </a:lvl6pPr>
            <a:lvl7pPr>
              <a:defRPr sz="1050" b="0">
                <a:solidFill>
                  <a:srgbClr val="746D64"/>
                </a:solidFill>
              </a:defRPr>
            </a:lvl7pPr>
            <a:lvl8pPr>
              <a:defRPr sz="1050" b="0">
                <a:solidFill>
                  <a:srgbClr val="746D64"/>
                </a:solidFill>
              </a:defRPr>
            </a:lvl8pPr>
            <a:lvl9pPr>
              <a:defRPr sz="1050" b="0">
                <a:solidFill>
                  <a:srgbClr val="746D64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746D64"/>
                </a:solidFill>
              </a:defRPr>
            </a:pPr>
            <a:r>
              <a:rPr sz="1050" b="0">
                <a:solidFill>
                  <a:srgbClr val="746D64"/>
                </a:solidFill>
                <a:latin typeface="Malgun Gothic"/>
                <a:ea typeface="Malgun Gothic"/>
                <a:cs typeface="Malgun Gothic"/>
              </a:rPr>
              <a:t>모던 3층 단독주택 · 설계 제안 | 도면·재료 제안·추가 확인을 구분합니다.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08A8C1-D56B-451D-8CFA-85977FD183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29a4cee5c343be"/>
          <a:stretch xmlns:a="http://schemas.openxmlformats.org/drawingml/2006/main"/>
        </p:blipFill>
        <p:spPr>
          <a:xfrm xmlns:a="http://schemas.openxmlformats.org/drawingml/2006/main">
            <a:off x="457200" y="2054679"/>
            <a:ext cx="3619500" cy="2843893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5086DD-FC0A-4302-B25F-8FD87734D8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98b333b6064abd"/>
          <a:stretch xmlns:a="http://schemas.openxmlformats.org/drawingml/2006/main"/>
        </p:blipFill>
        <p:spPr>
          <a:xfrm xmlns:a="http://schemas.openxmlformats.org/drawingml/2006/main">
            <a:off x="4286250" y="2054679"/>
            <a:ext cx="3619500" cy="2843893"/>
          </a:xfrm>
          <a:prstGeom xmlns:a="http://schemas.openxmlformats.org/drawingml/2006/main" prst="rect">
            <a:avLst/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03D593-9B9E-4882-B80D-61D913A1B5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883fce0365414c"/>
          <a:stretch xmlns:a="http://schemas.openxmlformats.org/drawingml/2006/main"/>
        </p:blipFill>
        <p:spPr>
          <a:xfrm xmlns:a="http://schemas.openxmlformats.org/drawingml/2006/main">
            <a:off x="8115300" y="2054679"/>
            <a:ext cx="3619500" cy="2843893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CB3DEB-A81A-4575-9E6F-189EA0E6F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95875"/>
            <a:ext cx="35179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1A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E2EDC5-2A74-4F76-B54B-15FD007ED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81600"/>
            <a:ext cx="3251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1">
                <a:solidFill>
                  <a:srgbClr val="302C27"/>
                </a:solidFill>
              </a:defRPr>
            </a:defPPr>
            <a:lvl1pPr>
              <a:defRPr sz="1725" b="1">
                <a:solidFill>
                  <a:srgbClr val="302C27"/>
                </a:solidFill>
              </a:defRPr>
            </a:lvl1pPr>
            <a:lvl2pPr>
              <a:defRPr sz="1725" b="1">
                <a:solidFill>
                  <a:srgbClr val="302C27"/>
                </a:solidFill>
              </a:defRPr>
            </a:lvl2pPr>
            <a:lvl3pPr>
              <a:defRPr sz="1725" b="1">
                <a:solidFill>
                  <a:srgbClr val="302C27"/>
                </a:solidFill>
              </a:defRPr>
            </a:lvl3pPr>
            <a:lvl4pPr>
              <a:defRPr sz="1725" b="1">
                <a:solidFill>
                  <a:srgbClr val="302C27"/>
                </a:solidFill>
              </a:defRPr>
            </a:lvl4pPr>
            <a:lvl5pPr>
              <a:defRPr sz="1725" b="1">
                <a:solidFill>
                  <a:srgbClr val="302C27"/>
                </a:solidFill>
              </a:defRPr>
            </a:lvl5pPr>
            <a:lvl6pPr>
              <a:defRPr sz="1725" b="1">
                <a:solidFill>
                  <a:srgbClr val="302C27"/>
                </a:solidFill>
              </a:defRPr>
            </a:lvl6pPr>
            <a:lvl7pPr>
              <a:defRPr sz="1725" b="1">
                <a:solidFill>
                  <a:srgbClr val="302C27"/>
                </a:solidFill>
              </a:defRPr>
            </a:lvl7pPr>
            <a:lvl8pPr>
              <a:defRPr sz="1725" b="1">
                <a:solidFill>
                  <a:srgbClr val="302C27"/>
                </a:solidFill>
              </a:defRPr>
            </a:lvl8pPr>
            <a:lvl9pPr>
              <a:defRPr sz="1725" b="1">
                <a:solidFill>
                  <a:srgbClr val="302C27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302C27"/>
                </a:solidFill>
              </a:defRPr>
            </a:pPr>
            <a:r>
              <a:rPr sz="1725" b="1">
                <a:solidFill>
                  <a:srgbClr val="302C27"/>
                </a:solidFill>
                <a:latin typeface="Malgun Gothic"/>
                <a:ea typeface="Malgun Gothic"/>
                <a:cs typeface="Malgun Gothic"/>
              </a:rPr>
              <a:t>1F · Public Zone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02D7C1-B8B4-4856-AAEB-E1EDD2E4F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05450"/>
            <a:ext cx="325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302C27"/>
                </a:solidFill>
              </a:defRPr>
            </a:defPPr>
            <a:lvl1pPr>
              <a:defRPr sz="1575" b="0">
                <a:solidFill>
                  <a:srgbClr val="302C27"/>
                </a:solidFill>
              </a:defRPr>
            </a:lvl1pPr>
            <a:lvl2pPr>
              <a:defRPr sz="1575" b="0">
                <a:solidFill>
                  <a:srgbClr val="302C27"/>
                </a:solidFill>
              </a:defRPr>
            </a:lvl2pPr>
            <a:lvl3pPr>
              <a:defRPr sz="1575" b="0">
                <a:solidFill>
                  <a:srgbClr val="302C27"/>
                </a:solidFill>
              </a:defRPr>
            </a:lvl3pPr>
            <a:lvl4pPr>
              <a:defRPr sz="1575" b="0">
                <a:solidFill>
                  <a:srgbClr val="302C27"/>
                </a:solidFill>
              </a:defRPr>
            </a:lvl4pPr>
            <a:lvl5pPr>
              <a:defRPr sz="1575" b="0">
                <a:solidFill>
                  <a:srgbClr val="302C27"/>
                </a:solidFill>
              </a:defRPr>
            </a:lvl5pPr>
            <a:lvl6pPr>
              <a:defRPr sz="1575" b="0">
                <a:solidFill>
                  <a:srgbClr val="302C27"/>
                </a:solidFill>
              </a:defRPr>
            </a:lvl6pPr>
            <a:lvl7pPr>
              <a:defRPr sz="1575" b="0">
                <a:solidFill>
                  <a:srgbClr val="302C27"/>
                </a:solidFill>
              </a:defRPr>
            </a:lvl7pPr>
            <a:lvl8pPr>
              <a:defRPr sz="1575" b="0">
                <a:solidFill>
                  <a:srgbClr val="302C27"/>
                </a:solidFill>
              </a:defRPr>
            </a:lvl8pPr>
            <a:lvl9pPr>
              <a:defRPr sz="1575" b="0">
                <a:solidFill>
                  <a:srgbClr val="302C27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302C27"/>
                </a:solidFill>
              </a:defRPr>
            </a:pPr>
            <a:r>
              <a:rPr sz="1575" b="0">
                <a:solidFill>
                  <a:srgbClr val="302C27"/>
                </a:solidFill>
                <a:latin typeface="Malgun Gothic"/>
                <a:ea typeface="Malgun Gothic"/>
                <a:cs typeface="Malgun Gothic"/>
              </a:rPr>
              <a:t>거실·주방·다이닝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FA17A6-D86E-4946-88FF-988BAD367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2250" y="5248275"/>
            <a:ext cx="2762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302C27"/>
                </a:solidFill>
              </a:defRPr>
            </a:defPPr>
            <a:lvl1pPr>
              <a:defRPr sz="2025" b="0">
                <a:solidFill>
                  <a:srgbClr val="302C27"/>
                </a:solidFill>
              </a:defRPr>
            </a:lvl1pPr>
            <a:lvl2pPr>
              <a:defRPr sz="2025" b="0">
                <a:solidFill>
                  <a:srgbClr val="302C27"/>
                </a:solidFill>
              </a:defRPr>
            </a:lvl2pPr>
            <a:lvl3pPr>
              <a:defRPr sz="2025" b="0">
                <a:solidFill>
                  <a:srgbClr val="302C27"/>
                </a:solidFill>
              </a:defRPr>
            </a:lvl3pPr>
            <a:lvl4pPr>
              <a:defRPr sz="2025" b="0">
                <a:solidFill>
                  <a:srgbClr val="302C27"/>
                </a:solidFill>
              </a:defRPr>
            </a:lvl4pPr>
            <a:lvl5pPr>
              <a:defRPr sz="2025" b="0">
                <a:solidFill>
                  <a:srgbClr val="302C27"/>
                </a:solidFill>
              </a:defRPr>
            </a:lvl5pPr>
            <a:lvl6pPr>
              <a:defRPr sz="2025" b="0">
                <a:solidFill>
                  <a:srgbClr val="302C27"/>
                </a:solidFill>
              </a:defRPr>
            </a:lvl6pPr>
            <a:lvl7pPr>
              <a:defRPr sz="2025" b="0">
                <a:solidFill>
                  <a:srgbClr val="302C27"/>
                </a:solidFill>
              </a:defRPr>
            </a:lvl7pPr>
            <a:lvl8pPr>
              <a:defRPr sz="2025" b="0">
                <a:solidFill>
                  <a:srgbClr val="302C27"/>
                </a:solidFill>
              </a:defRPr>
            </a:lvl8pPr>
            <a:lvl9pPr>
              <a:defRPr sz="2025" b="0">
                <a:solidFill>
                  <a:srgbClr val="302C27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302C27"/>
                </a:solidFill>
              </a:defRPr>
            </a:pPr>
            <a:r>
              <a:rPr sz="2025" b="0">
                <a:solidFill>
                  <a:srgbClr val="302C27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284CE3-461F-4F7A-9527-AD4AC9789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7050" y="5095875"/>
            <a:ext cx="35179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6B9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4AF1A8-F69B-4DF7-BA89-EEBB5D4C1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0400" y="5181600"/>
            <a:ext cx="3251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1">
                <a:solidFill>
                  <a:srgbClr val="302C27"/>
                </a:solidFill>
              </a:defRPr>
            </a:defPPr>
            <a:lvl1pPr>
              <a:defRPr sz="1725" b="1">
                <a:solidFill>
                  <a:srgbClr val="302C27"/>
                </a:solidFill>
              </a:defRPr>
            </a:lvl1pPr>
            <a:lvl2pPr>
              <a:defRPr sz="1725" b="1">
                <a:solidFill>
                  <a:srgbClr val="302C27"/>
                </a:solidFill>
              </a:defRPr>
            </a:lvl2pPr>
            <a:lvl3pPr>
              <a:defRPr sz="1725" b="1">
                <a:solidFill>
                  <a:srgbClr val="302C27"/>
                </a:solidFill>
              </a:defRPr>
            </a:lvl3pPr>
            <a:lvl4pPr>
              <a:defRPr sz="1725" b="1">
                <a:solidFill>
                  <a:srgbClr val="302C27"/>
                </a:solidFill>
              </a:defRPr>
            </a:lvl4pPr>
            <a:lvl5pPr>
              <a:defRPr sz="1725" b="1">
                <a:solidFill>
                  <a:srgbClr val="302C27"/>
                </a:solidFill>
              </a:defRPr>
            </a:lvl5pPr>
            <a:lvl6pPr>
              <a:defRPr sz="1725" b="1">
                <a:solidFill>
                  <a:srgbClr val="302C27"/>
                </a:solidFill>
              </a:defRPr>
            </a:lvl6pPr>
            <a:lvl7pPr>
              <a:defRPr sz="1725" b="1">
                <a:solidFill>
                  <a:srgbClr val="302C27"/>
                </a:solidFill>
              </a:defRPr>
            </a:lvl7pPr>
            <a:lvl8pPr>
              <a:defRPr sz="1725" b="1">
                <a:solidFill>
                  <a:srgbClr val="302C27"/>
                </a:solidFill>
              </a:defRPr>
            </a:lvl8pPr>
            <a:lvl9pPr>
              <a:defRPr sz="1725" b="1">
                <a:solidFill>
                  <a:srgbClr val="302C27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302C27"/>
                </a:solidFill>
              </a:defRPr>
            </a:pPr>
            <a:r>
              <a:rPr sz="1725" b="1">
                <a:solidFill>
                  <a:srgbClr val="302C27"/>
                </a:solidFill>
                <a:latin typeface="Malgun Gothic"/>
                <a:ea typeface="Malgun Gothic"/>
                <a:cs typeface="Malgun Gothic"/>
              </a:rPr>
              <a:t>2F · Private Zone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1B10E7-BC3B-4933-8175-D1593E31A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0400" y="5505450"/>
            <a:ext cx="325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302C27"/>
                </a:solidFill>
              </a:defRPr>
            </a:defPPr>
            <a:lvl1pPr>
              <a:defRPr sz="1575" b="0">
                <a:solidFill>
                  <a:srgbClr val="302C27"/>
                </a:solidFill>
              </a:defRPr>
            </a:lvl1pPr>
            <a:lvl2pPr>
              <a:defRPr sz="1575" b="0">
                <a:solidFill>
                  <a:srgbClr val="302C27"/>
                </a:solidFill>
              </a:defRPr>
            </a:lvl2pPr>
            <a:lvl3pPr>
              <a:defRPr sz="1575" b="0">
                <a:solidFill>
                  <a:srgbClr val="302C27"/>
                </a:solidFill>
              </a:defRPr>
            </a:lvl3pPr>
            <a:lvl4pPr>
              <a:defRPr sz="1575" b="0">
                <a:solidFill>
                  <a:srgbClr val="302C27"/>
                </a:solidFill>
              </a:defRPr>
            </a:lvl4pPr>
            <a:lvl5pPr>
              <a:defRPr sz="1575" b="0">
                <a:solidFill>
                  <a:srgbClr val="302C27"/>
                </a:solidFill>
              </a:defRPr>
            </a:lvl5pPr>
            <a:lvl6pPr>
              <a:defRPr sz="1575" b="0">
                <a:solidFill>
                  <a:srgbClr val="302C27"/>
                </a:solidFill>
              </a:defRPr>
            </a:lvl6pPr>
            <a:lvl7pPr>
              <a:defRPr sz="1575" b="0">
                <a:solidFill>
                  <a:srgbClr val="302C27"/>
                </a:solidFill>
              </a:defRPr>
            </a:lvl7pPr>
            <a:lvl8pPr>
              <a:defRPr sz="1575" b="0">
                <a:solidFill>
                  <a:srgbClr val="302C27"/>
                </a:solidFill>
              </a:defRPr>
            </a:lvl8pPr>
            <a:lvl9pPr>
              <a:defRPr sz="1575" b="0">
                <a:solidFill>
                  <a:srgbClr val="302C27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302C27"/>
                </a:solidFill>
              </a:defRPr>
            </a:pPr>
            <a:r>
              <a:rPr sz="1575" b="0">
                <a:solidFill>
                  <a:srgbClr val="302C27"/>
                </a:solidFill>
                <a:latin typeface="Malgun Gothic"/>
                <a:ea typeface="Malgun Gothic"/>
                <a:cs typeface="Malgun Gothic"/>
              </a:rPr>
              <a:t>침실·서재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BADB0B-F551-43F6-A9D4-79E4F63C1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2100" y="5248275"/>
            <a:ext cx="2762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302C27"/>
                </a:solidFill>
              </a:defRPr>
            </a:defPPr>
            <a:lvl1pPr>
              <a:defRPr sz="2025" b="0">
                <a:solidFill>
                  <a:srgbClr val="302C27"/>
                </a:solidFill>
              </a:defRPr>
            </a:lvl1pPr>
            <a:lvl2pPr>
              <a:defRPr sz="2025" b="0">
                <a:solidFill>
                  <a:srgbClr val="302C27"/>
                </a:solidFill>
              </a:defRPr>
            </a:lvl2pPr>
            <a:lvl3pPr>
              <a:defRPr sz="2025" b="0">
                <a:solidFill>
                  <a:srgbClr val="302C27"/>
                </a:solidFill>
              </a:defRPr>
            </a:lvl3pPr>
            <a:lvl4pPr>
              <a:defRPr sz="2025" b="0">
                <a:solidFill>
                  <a:srgbClr val="302C27"/>
                </a:solidFill>
              </a:defRPr>
            </a:lvl4pPr>
            <a:lvl5pPr>
              <a:defRPr sz="2025" b="0">
                <a:solidFill>
                  <a:srgbClr val="302C27"/>
                </a:solidFill>
              </a:defRPr>
            </a:lvl5pPr>
            <a:lvl6pPr>
              <a:defRPr sz="2025" b="0">
                <a:solidFill>
                  <a:srgbClr val="302C27"/>
                </a:solidFill>
              </a:defRPr>
            </a:lvl6pPr>
            <a:lvl7pPr>
              <a:defRPr sz="2025" b="0">
                <a:solidFill>
                  <a:srgbClr val="302C27"/>
                </a:solidFill>
              </a:defRPr>
            </a:lvl7pPr>
            <a:lvl8pPr>
              <a:defRPr sz="2025" b="0">
                <a:solidFill>
                  <a:srgbClr val="302C27"/>
                </a:solidFill>
              </a:defRPr>
            </a:lvl8pPr>
            <a:lvl9pPr>
              <a:defRPr sz="2025" b="0">
                <a:solidFill>
                  <a:srgbClr val="302C27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302C27"/>
                </a:solidFill>
              </a:defRPr>
            </a:pPr>
            <a:r>
              <a:rPr sz="2025" b="0">
                <a:solidFill>
                  <a:srgbClr val="302C27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5306A5-468C-4D1D-A201-B60FBFD6C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6900" y="5095875"/>
            <a:ext cx="35179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7D0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97BE74-C4C0-4EB0-966A-F886CEE20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0250" y="5181600"/>
            <a:ext cx="3251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1">
                <a:solidFill>
                  <a:srgbClr val="302C27"/>
                </a:solidFill>
              </a:defRPr>
            </a:defPPr>
            <a:lvl1pPr>
              <a:defRPr sz="1725" b="1">
                <a:solidFill>
                  <a:srgbClr val="302C27"/>
                </a:solidFill>
              </a:defRPr>
            </a:lvl1pPr>
            <a:lvl2pPr>
              <a:defRPr sz="1725" b="1">
                <a:solidFill>
                  <a:srgbClr val="302C27"/>
                </a:solidFill>
              </a:defRPr>
            </a:lvl2pPr>
            <a:lvl3pPr>
              <a:defRPr sz="1725" b="1">
                <a:solidFill>
                  <a:srgbClr val="302C27"/>
                </a:solidFill>
              </a:defRPr>
            </a:lvl3pPr>
            <a:lvl4pPr>
              <a:defRPr sz="1725" b="1">
                <a:solidFill>
                  <a:srgbClr val="302C27"/>
                </a:solidFill>
              </a:defRPr>
            </a:lvl4pPr>
            <a:lvl5pPr>
              <a:defRPr sz="1725" b="1">
                <a:solidFill>
                  <a:srgbClr val="302C27"/>
                </a:solidFill>
              </a:defRPr>
            </a:lvl5pPr>
            <a:lvl6pPr>
              <a:defRPr sz="1725" b="1">
                <a:solidFill>
                  <a:srgbClr val="302C27"/>
                </a:solidFill>
              </a:defRPr>
            </a:lvl6pPr>
            <a:lvl7pPr>
              <a:defRPr sz="1725" b="1">
                <a:solidFill>
                  <a:srgbClr val="302C27"/>
                </a:solidFill>
              </a:defRPr>
            </a:lvl7pPr>
            <a:lvl8pPr>
              <a:defRPr sz="1725" b="1">
                <a:solidFill>
                  <a:srgbClr val="302C27"/>
                </a:solidFill>
              </a:defRPr>
            </a:lvl8pPr>
            <a:lvl9pPr>
              <a:defRPr sz="1725" b="1">
                <a:solidFill>
                  <a:srgbClr val="302C27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302C27"/>
                </a:solidFill>
              </a:defRPr>
            </a:pPr>
            <a:r>
              <a:rPr sz="1725" b="1">
                <a:solidFill>
                  <a:srgbClr val="302C27"/>
                </a:solidFill>
                <a:latin typeface="Malgun Gothic"/>
                <a:ea typeface="Malgun Gothic"/>
                <a:cs typeface="Malgun Gothic"/>
              </a:rPr>
              <a:t>3F · Rooftop Lounge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A067D8-57A8-4392-A52A-7EDCE20DE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0250" y="5505450"/>
            <a:ext cx="325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302C27"/>
                </a:solidFill>
              </a:defRPr>
            </a:defPPr>
            <a:lvl1pPr>
              <a:defRPr sz="1575" b="0">
                <a:solidFill>
                  <a:srgbClr val="302C27"/>
                </a:solidFill>
              </a:defRPr>
            </a:lvl1pPr>
            <a:lvl2pPr>
              <a:defRPr sz="1575" b="0">
                <a:solidFill>
                  <a:srgbClr val="302C27"/>
                </a:solidFill>
              </a:defRPr>
            </a:lvl2pPr>
            <a:lvl3pPr>
              <a:defRPr sz="1575" b="0">
                <a:solidFill>
                  <a:srgbClr val="302C27"/>
                </a:solidFill>
              </a:defRPr>
            </a:lvl3pPr>
            <a:lvl4pPr>
              <a:defRPr sz="1575" b="0">
                <a:solidFill>
                  <a:srgbClr val="302C27"/>
                </a:solidFill>
              </a:defRPr>
            </a:lvl4pPr>
            <a:lvl5pPr>
              <a:defRPr sz="1575" b="0">
                <a:solidFill>
                  <a:srgbClr val="302C27"/>
                </a:solidFill>
              </a:defRPr>
            </a:lvl5pPr>
            <a:lvl6pPr>
              <a:defRPr sz="1575" b="0">
                <a:solidFill>
                  <a:srgbClr val="302C27"/>
                </a:solidFill>
              </a:defRPr>
            </a:lvl6pPr>
            <a:lvl7pPr>
              <a:defRPr sz="1575" b="0">
                <a:solidFill>
                  <a:srgbClr val="302C27"/>
                </a:solidFill>
              </a:defRPr>
            </a:lvl7pPr>
            <a:lvl8pPr>
              <a:defRPr sz="1575" b="0">
                <a:solidFill>
                  <a:srgbClr val="302C27"/>
                </a:solidFill>
              </a:defRPr>
            </a:lvl8pPr>
            <a:lvl9pPr>
              <a:defRPr sz="1575" b="0">
                <a:solidFill>
                  <a:srgbClr val="302C27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302C27"/>
                </a:solidFill>
              </a:defRPr>
            </a:pPr>
            <a:r>
              <a:rPr sz="1575" b="0">
                <a:solidFill>
                  <a:srgbClr val="302C27"/>
                </a:solidFill>
                <a:latin typeface="Malgun Gothic"/>
                <a:ea typeface="Malgun Gothic"/>
                <a:cs typeface="Malgun Gothic"/>
              </a:rPr>
              <a:t>다락·테라스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EC07CE-E0F8-4C7D-A6C5-38FB8A505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38850"/>
            <a:ext cx="11277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746D64"/>
                </a:solidFill>
              </a:defRPr>
            </a:defPPr>
            <a:lvl1pPr>
              <a:defRPr sz="1275" b="0">
                <a:solidFill>
                  <a:srgbClr val="746D64"/>
                </a:solidFill>
              </a:defRPr>
            </a:lvl1pPr>
            <a:lvl2pPr>
              <a:defRPr sz="1275" b="0">
                <a:solidFill>
                  <a:srgbClr val="746D64"/>
                </a:solidFill>
              </a:defRPr>
            </a:lvl2pPr>
            <a:lvl3pPr>
              <a:defRPr sz="1275" b="0">
                <a:solidFill>
                  <a:srgbClr val="746D64"/>
                </a:solidFill>
              </a:defRPr>
            </a:lvl3pPr>
            <a:lvl4pPr>
              <a:defRPr sz="1275" b="0">
                <a:solidFill>
                  <a:srgbClr val="746D64"/>
                </a:solidFill>
              </a:defRPr>
            </a:lvl4pPr>
            <a:lvl5pPr>
              <a:defRPr sz="1275" b="0">
                <a:solidFill>
                  <a:srgbClr val="746D64"/>
                </a:solidFill>
              </a:defRPr>
            </a:lvl5pPr>
            <a:lvl6pPr>
              <a:defRPr sz="1275" b="0">
                <a:solidFill>
                  <a:srgbClr val="746D64"/>
                </a:solidFill>
              </a:defRPr>
            </a:lvl6pPr>
            <a:lvl7pPr>
              <a:defRPr sz="1275" b="0">
                <a:solidFill>
                  <a:srgbClr val="746D64"/>
                </a:solidFill>
              </a:defRPr>
            </a:lvl7pPr>
            <a:lvl8pPr>
              <a:defRPr sz="1275" b="0">
                <a:solidFill>
                  <a:srgbClr val="746D64"/>
                </a:solidFill>
              </a:defRPr>
            </a:lvl8pPr>
            <a:lvl9pPr>
              <a:defRPr sz="1275" b="0">
                <a:solidFill>
                  <a:srgbClr val="746D64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746D64"/>
                </a:solidFill>
              </a:defRPr>
            </a:pPr>
            <a:r>
              <a:rPr sz="1275" b="0">
                <a:solidFill>
                  <a:srgbClr val="746D64"/>
                </a:solidFill>
                <a:latin typeface="Malgun Gothic"/>
                <a:ea typeface="Malgun Gothic"/>
                <a:cs typeface="Malgun Gothic"/>
              </a:rPr>
              <a:t>개념 관계도입니다. 실제 피난 경로·유효폭은 원도면과 법규 근거로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5449000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6F5B44-BE1C-456C-8D05-A44164A72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619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9B7C58"/>
                </a:solidFill>
              </a:defRPr>
            </a:defPPr>
            <a:lvl1pPr>
              <a:defRPr sz="1200" b="0">
                <a:solidFill>
                  <a:srgbClr val="9B7C58"/>
                </a:solidFill>
              </a:defRPr>
            </a:lvl1pPr>
            <a:lvl2pPr>
              <a:defRPr sz="1200" b="0">
                <a:solidFill>
                  <a:srgbClr val="9B7C58"/>
                </a:solidFill>
              </a:defRPr>
            </a:lvl2pPr>
            <a:lvl3pPr>
              <a:defRPr sz="1200" b="0">
                <a:solidFill>
                  <a:srgbClr val="9B7C58"/>
                </a:solidFill>
              </a:defRPr>
            </a:lvl3pPr>
            <a:lvl4pPr>
              <a:defRPr sz="1200" b="0">
                <a:solidFill>
                  <a:srgbClr val="9B7C58"/>
                </a:solidFill>
              </a:defRPr>
            </a:lvl4pPr>
            <a:lvl5pPr>
              <a:defRPr sz="1200" b="0">
                <a:solidFill>
                  <a:srgbClr val="9B7C58"/>
                </a:solidFill>
              </a:defRPr>
            </a:lvl5pPr>
            <a:lvl6pPr>
              <a:defRPr sz="1200" b="0">
                <a:solidFill>
                  <a:srgbClr val="9B7C58"/>
                </a:solidFill>
              </a:defRPr>
            </a:lvl6pPr>
            <a:lvl7pPr>
              <a:defRPr sz="1200" b="0">
                <a:solidFill>
                  <a:srgbClr val="9B7C58"/>
                </a:solidFill>
              </a:defRPr>
            </a:lvl7pPr>
            <a:lvl8pPr>
              <a:defRPr sz="1200" b="0">
                <a:solidFill>
                  <a:srgbClr val="9B7C58"/>
                </a:solidFill>
              </a:defRPr>
            </a:lvl8pPr>
            <a:lvl9pPr>
              <a:defRPr sz="1200" b="0">
                <a:solidFill>
                  <a:srgbClr val="9B7C58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9B7C58"/>
                </a:solidFill>
              </a:defRPr>
            </a:pPr>
            <a:r>
              <a:rPr sz="1200" b="0">
                <a:solidFill>
                  <a:srgbClr val="9B7C58"/>
                </a:solidFill>
                <a:latin typeface="Malgun Gothic"/>
                <a:ea typeface="Malgun Gothic"/>
                <a:cs typeface="Malgun Gothic"/>
              </a:rPr>
              <a:t>05 / ARCHI NOVA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FA8C0F-8CD9-400E-9BE7-44CDAAB159D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87fdf096d9401d"/>
          <a:stretch xmlns:a="http://schemas.openxmlformats.org/drawingml/2006/main"/>
        </p:blipFill>
        <p:spPr>
          <a:xfrm xmlns:a="http://schemas.openxmlformats.org/drawingml/2006/main">
            <a:off x="9645152" y="238125"/>
            <a:ext cx="1788521" cy="536734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802CCD-1929-471A-B172-EB46F00A7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1277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000" b="1">
                <a:solidFill>
                  <a:srgbClr val="302C27"/>
                </a:solidFill>
              </a:defRPr>
            </a:defPPr>
            <a:lvl1pPr>
              <a:defRPr sz="3000" b="1">
                <a:solidFill>
                  <a:srgbClr val="302C27"/>
                </a:solidFill>
              </a:defRPr>
            </a:lvl1pPr>
            <a:lvl2pPr>
              <a:defRPr sz="3000" b="1">
                <a:solidFill>
                  <a:srgbClr val="302C27"/>
                </a:solidFill>
              </a:defRPr>
            </a:lvl2pPr>
            <a:lvl3pPr>
              <a:defRPr sz="3000" b="1">
                <a:solidFill>
                  <a:srgbClr val="302C27"/>
                </a:solidFill>
              </a:defRPr>
            </a:lvl3pPr>
            <a:lvl4pPr>
              <a:defRPr sz="3000" b="1">
                <a:solidFill>
                  <a:srgbClr val="302C27"/>
                </a:solidFill>
              </a:defRPr>
            </a:lvl4pPr>
            <a:lvl5pPr>
              <a:defRPr sz="3000" b="1">
                <a:solidFill>
                  <a:srgbClr val="302C27"/>
                </a:solidFill>
              </a:defRPr>
            </a:lvl5pPr>
            <a:lvl6pPr>
              <a:defRPr sz="3000" b="1">
                <a:solidFill>
                  <a:srgbClr val="302C27"/>
                </a:solidFill>
              </a:defRPr>
            </a:lvl6pPr>
            <a:lvl7pPr>
              <a:defRPr sz="3000" b="1">
                <a:solidFill>
                  <a:srgbClr val="302C27"/>
                </a:solidFill>
              </a:defRPr>
            </a:lvl7pPr>
            <a:lvl8pPr>
              <a:defRPr sz="3000" b="1">
                <a:solidFill>
                  <a:srgbClr val="302C27"/>
                </a:solidFill>
              </a:defRPr>
            </a:lvl8pPr>
            <a:lvl9pPr>
              <a:defRPr sz="3000" b="1">
                <a:solidFill>
                  <a:srgbClr val="302C27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302C27"/>
                </a:solidFill>
              </a:defRPr>
            </a:pPr>
            <a:r>
              <a:rPr sz="3000" b="1">
                <a:solidFill>
                  <a:srgbClr val="302C27"/>
                </a:solidFill>
                <a:latin typeface="Malgun Gothic"/>
                <a:ea typeface="Malgun Gothic"/>
                <a:cs typeface="Malgun Gothic"/>
              </a:rPr>
              <a:t>공용의 연결과 사적인 휴식을 입체로 보다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01D398-5259-49B3-A50E-35F057FF3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6850"/>
            <a:ext cx="11277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746D64"/>
                </a:solidFill>
              </a:defRPr>
            </a:defPPr>
            <a:lvl1pPr>
              <a:defRPr sz="1575" b="0">
                <a:solidFill>
                  <a:srgbClr val="746D64"/>
                </a:solidFill>
              </a:defRPr>
            </a:lvl1pPr>
            <a:lvl2pPr>
              <a:defRPr sz="1575" b="0">
                <a:solidFill>
                  <a:srgbClr val="746D64"/>
                </a:solidFill>
              </a:defRPr>
            </a:lvl2pPr>
            <a:lvl3pPr>
              <a:defRPr sz="1575" b="0">
                <a:solidFill>
                  <a:srgbClr val="746D64"/>
                </a:solidFill>
              </a:defRPr>
            </a:lvl3pPr>
            <a:lvl4pPr>
              <a:defRPr sz="1575" b="0">
                <a:solidFill>
                  <a:srgbClr val="746D64"/>
                </a:solidFill>
              </a:defRPr>
            </a:lvl4pPr>
            <a:lvl5pPr>
              <a:defRPr sz="1575" b="0">
                <a:solidFill>
                  <a:srgbClr val="746D64"/>
                </a:solidFill>
              </a:defRPr>
            </a:lvl5pPr>
            <a:lvl6pPr>
              <a:defRPr sz="1575" b="0">
                <a:solidFill>
                  <a:srgbClr val="746D64"/>
                </a:solidFill>
              </a:defRPr>
            </a:lvl6pPr>
            <a:lvl7pPr>
              <a:defRPr sz="1575" b="0">
                <a:solidFill>
                  <a:srgbClr val="746D64"/>
                </a:solidFill>
              </a:defRPr>
            </a:lvl7pPr>
            <a:lvl8pPr>
              <a:defRPr sz="1575" b="0">
                <a:solidFill>
                  <a:srgbClr val="746D64"/>
                </a:solidFill>
              </a:defRPr>
            </a:lvl8pPr>
            <a:lvl9pPr>
              <a:defRPr sz="1575" b="0">
                <a:solidFill>
                  <a:srgbClr val="746D64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746D64"/>
                </a:solidFill>
              </a:defRPr>
            </a:pPr>
            <a:r>
              <a:rPr sz="1575" b="0">
                <a:solidFill>
                  <a:srgbClr val="746D64"/>
                </a:solidFill>
                <a:latin typeface="Malgun Gothic"/>
                <a:ea typeface="Malgun Gothic"/>
                <a:cs typeface="Malgun Gothic"/>
              </a:rPr>
              <a:t>실사형 아이소메트릭 · 원목·석재·패브릭과 자연광의 조합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52CED3-CDB4-4DAD-89AD-87AA5DACE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91275"/>
            <a:ext cx="112776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DA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108130-48DA-468B-9222-A9FE65475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11277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050" b="0">
                <a:solidFill>
                  <a:srgbClr val="746D64"/>
                </a:solidFill>
              </a:defRPr>
            </a:defPPr>
            <a:lvl1pPr>
              <a:defRPr sz="1050" b="0">
                <a:solidFill>
                  <a:srgbClr val="746D64"/>
                </a:solidFill>
              </a:defRPr>
            </a:lvl1pPr>
            <a:lvl2pPr>
              <a:defRPr sz="1050" b="0">
                <a:solidFill>
                  <a:srgbClr val="746D64"/>
                </a:solidFill>
              </a:defRPr>
            </a:lvl2pPr>
            <a:lvl3pPr>
              <a:defRPr sz="1050" b="0">
                <a:solidFill>
                  <a:srgbClr val="746D64"/>
                </a:solidFill>
              </a:defRPr>
            </a:lvl3pPr>
            <a:lvl4pPr>
              <a:defRPr sz="1050" b="0">
                <a:solidFill>
                  <a:srgbClr val="746D64"/>
                </a:solidFill>
              </a:defRPr>
            </a:lvl4pPr>
            <a:lvl5pPr>
              <a:defRPr sz="1050" b="0">
                <a:solidFill>
                  <a:srgbClr val="746D64"/>
                </a:solidFill>
              </a:defRPr>
            </a:lvl5pPr>
            <a:lvl6pPr>
              <a:defRPr sz="1050" b="0">
                <a:solidFill>
                  <a:srgbClr val="746D64"/>
                </a:solidFill>
              </a:defRPr>
            </a:lvl6pPr>
            <a:lvl7pPr>
              <a:defRPr sz="1050" b="0">
                <a:solidFill>
                  <a:srgbClr val="746D64"/>
                </a:solidFill>
              </a:defRPr>
            </a:lvl7pPr>
            <a:lvl8pPr>
              <a:defRPr sz="1050" b="0">
                <a:solidFill>
                  <a:srgbClr val="746D64"/>
                </a:solidFill>
              </a:defRPr>
            </a:lvl8pPr>
            <a:lvl9pPr>
              <a:defRPr sz="1050" b="0">
                <a:solidFill>
                  <a:srgbClr val="746D64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746D64"/>
                </a:solidFill>
              </a:defRPr>
            </a:pPr>
            <a:r>
              <a:rPr sz="1050" b="0">
                <a:solidFill>
                  <a:srgbClr val="746D64"/>
                </a:solidFill>
                <a:latin typeface="Malgun Gothic"/>
                <a:ea typeface="Malgun Gothic"/>
                <a:cs typeface="Malgun Gothic"/>
              </a:rPr>
              <a:t>모던 3층 단독주택 · 설계 제안 | 도면·재료 제안·추가 확인을 구분합니다.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760235-0A67-4E4D-B12E-6BECDB83FF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20dd53802643e4"/>
          <a:stretch xmlns:a="http://schemas.openxmlformats.org/drawingml/2006/main"/>
        </p:blipFill>
        <p:spPr>
          <a:xfrm xmlns:a="http://schemas.openxmlformats.org/drawingml/2006/main">
            <a:off x="487820" y="2047875"/>
            <a:ext cx="5406110" cy="3381375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DE399D-5088-40A7-89E8-6ADA2632883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c83a2fc6cd42f2"/>
          <a:stretch xmlns:a="http://schemas.openxmlformats.org/drawingml/2006/main"/>
        </p:blipFill>
        <p:spPr>
          <a:xfrm xmlns:a="http://schemas.openxmlformats.org/drawingml/2006/main">
            <a:off x="6298070" y="2047875"/>
            <a:ext cx="5406110" cy="338137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78DE1D-74B7-4CA8-AB48-1FB19C5E4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0"/>
            <a:ext cx="546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950" b="1">
                <a:solidFill>
                  <a:srgbClr val="302C27"/>
                </a:solidFill>
              </a:defRPr>
            </a:defPPr>
            <a:lvl1pPr>
              <a:defRPr sz="1950" b="1">
                <a:solidFill>
                  <a:srgbClr val="302C27"/>
                </a:solidFill>
              </a:defRPr>
            </a:lvl1pPr>
            <a:lvl2pPr>
              <a:defRPr sz="1950" b="1">
                <a:solidFill>
                  <a:srgbClr val="302C27"/>
                </a:solidFill>
              </a:defRPr>
            </a:lvl2pPr>
            <a:lvl3pPr>
              <a:defRPr sz="1950" b="1">
                <a:solidFill>
                  <a:srgbClr val="302C27"/>
                </a:solidFill>
              </a:defRPr>
            </a:lvl3pPr>
            <a:lvl4pPr>
              <a:defRPr sz="1950" b="1">
                <a:solidFill>
                  <a:srgbClr val="302C27"/>
                </a:solidFill>
              </a:defRPr>
            </a:lvl4pPr>
            <a:lvl5pPr>
              <a:defRPr sz="1950" b="1">
                <a:solidFill>
                  <a:srgbClr val="302C27"/>
                </a:solidFill>
              </a:defRPr>
            </a:lvl5pPr>
            <a:lvl6pPr>
              <a:defRPr sz="1950" b="1">
                <a:solidFill>
                  <a:srgbClr val="302C27"/>
                </a:solidFill>
              </a:defRPr>
            </a:lvl6pPr>
            <a:lvl7pPr>
              <a:defRPr sz="1950" b="1">
                <a:solidFill>
                  <a:srgbClr val="302C27"/>
                </a:solidFill>
              </a:defRPr>
            </a:lvl7pPr>
            <a:lvl8pPr>
              <a:defRPr sz="1950" b="1">
                <a:solidFill>
                  <a:srgbClr val="302C27"/>
                </a:solidFill>
              </a:defRPr>
            </a:lvl8pPr>
            <a:lvl9pPr>
              <a:defRPr sz="1950" b="1">
                <a:solidFill>
                  <a:srgbClr val="302C27"/>
                </a:solidFill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302C27"/>
                </a:solidFill>
              </a:defRPr>
            </a:pPr>
            <a:r>
              <a:rPr sz="1950" b="1">
                <a:solidFill>
                  <a:srgbClr val="302C27"/>
                </a:solidFill>
                <a:latin typeface="Malgun Gothic"/>
                <a:ea typeface="Malgun Gothic"/>
                <a:cs typeface="Malgun Gothic"/>
              </a:rPr>
              <a:t>1F · 거실·주방·다이닝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2C1A1D-01CA-488E-ABA5-78B050AEF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24500"/>
            <a:ext cx="546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950" b="1">
                <a:solidFill>
                  <a:srgbClr val="302C27"/>
                </a:solidFill>
              </a:defRPr>
            </a:defPPr>
            <a:lvl1pPr>
              <a:defRPr sz="1950" b="1">
                <a:solidFill>
                  <a:srgbClr val="302C27"/>
                </a:solidFill>
              </a:defRPr>
            </a:lvl1pPr>
            <a:lvl2pPr>
              <a:defRPr sz="1950" b="1">
                <a:solidFill>
                  <a:srgbClr val="302C27"/>
                </a:solidFill>
              </a:defRPr>
            </a:lvl2pPr>
            <a:lvl3pPr>
              <a:defRPr sz="1950" b="1">
                <a:solidFill>
                  <a:srgbClr val="302C27"/>
                </a:solidFill>
              </a:defRPr>
            </a:lvl3pPr>
            <a:lvl4pPr>
              <a:defRPr sz="1950" b="1">
                <a:solidFill>
                  <a:srgbClr val="302C27"/>
                </a:solidFill>
              </a:defRPr>
            </a:lvl4pPr>
            <a:lvl5pPr>
              <a:defRPr sz="1950" b="1">
                <a:solidFill>
                  <a:srgbClr val="302C27"/>
                </a:solidFill>
              </a:defRPr>
            </a:lvl5pPr>
            <a:lvl6pPr>
              <a:defRPr sz="1950" b="1">
                <a:solidFill>
                  <a:srgbClr val="302C27"/>
                </a:solidFill>
              </a:defRPr>
            </a:lvl6pPr>
            <a:lvl7pPr>
              <a:defRPr sz="1950" b="1">
                <a:solidFill>
                  <a:srgbClr val="302C27"/>
                </a:solidFill>
              </a:defRPr>
            </a:lvl7pPr>
            <a:lvl8pPr>
              <a:defRPr sz="1950" b="1">
                <a:solidFill>
                  <a:srgbClr val="302C27"/>
                </a:solidFill>
              </a:defRPr>
            </a:lvl8pPr>
            <a:lvl9pPr>
              <a:defRPr sz="1950" b="1">
                <a:solidFill>
                  <a:srgbClr val="302C27"/>
                </a:solidFill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302C27"/>
                </a:solidFill>
              </a:defRPr>
            </a:pPr>
            <a:r>
              <a:rPr sz="1950" b="1">
                <a:solidFill>
                  <a:srgbClr val="302C27"/>
                </a:solidFill>
                <a:latin typeface="Malgun Gothic"/>
                <a:ea typeface="Malgun Gothic"/>
                <a:cs typeface="Malgun Gothic"/>
              </a:rPr>
              <a:t>2F · 침실·서재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65311A-8DBD-4E59-A7B5-92B08DB0C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29325"/>
            <a:ext cx="11277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746D64"/>
                </a:solidFill>
              </a:defRPr>
            </a:defPPr>
            <a:lvl1pPr>
              <a:defRPr sz="1350" b="0">
                <a:solidFill>
                  <a:srgbClr val="746D64"/>
                </a:solidFill>
              </a:defRPr>
            </a:lvl1pPr>
            <a:lvl2pPr>
              <a:defRPr sz="1350" b="0">
                <a:solidFill>
                  <a:srgbClr val="746D64"/>
                </a:solidFill>
              </a:defRPr>
            </a:lvl2pPr>
            <a:lvl3pPr>
              <a:defRPr sz="1350" b="0">
                <a:solidFill>
                  <a:srgbClr val="746D64"/>
                </a:solidFill>
              </a:defRPr>
            </a:lvl3pPr>
            <a:lvl4pPr>
              <a:defRPr sz="1350" b="0">
                <a:solidFill>
                  <a:srgbClr val="746D64"/>
                </a:solidFill>
              </a:defRPr>
            </a:lvl4pPr>
            <a:lvl5pPr>
              <a:defRPr sz="1350" b="0">
                <a:solidFill>
                  <a:srgbClr val="746D64"/>
                </a:solidFill>
              </a:defRPr>
            </a:lvl5pPr>
            <a:lvl6pPr>
              <a:defRPr sz="1350" b="0">
                <a:solidFill>
                  <a:srgbClr val="746D64"/>
                </a:solidFill>
              </a:defRPr>
            </a:lvl6pPr>
            <a:lvl7pPr>
              <a:defRPr sz="1350" b="0">
                <a:solidFill>
                  <a:srgbClr val="746D64"/>
                </a:solidFill>
              </a:defRPr>
            </a:lvl7pPr>
            <a:lvl8pPr>
              <a:defRPr sz="1350" b="0">
                <a:solidFill>
                  <a:srgbClr val="746D64"/>
                </a:solidFill>
              </a:defRPr>
            </a:lvl8pPr>
            <a:lvl9pPr>
              <a:defRPr sz="1350" b="0">
                <a:solidFill>
                  <a:srgbClr val="746D64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746D64"/>
                </a:solidFill>
              </a:defRPr>
            </a:pPr>
            <a:r>
              <a:rPr sz="1350" b="0">
                <a:solidFill>
                  <a:srgbClr val="746D64"/>
                </a:solidFill>
                <a:latin typeface="Malgun Gothic"/>
                <a:ea typeface="Malgun Gothic"/>
                <a:cs typeface="Malgun Gothic"/>
              </a:rPr>
              <a:t>AI 재료·조명 제안 · 문·창·계단·가구 배치는 원도면과 기준 모델로 대조합니다.</a:t>
            </a:r>
          </a:p>
        </p:txBody>
      </p:sp>
    </p:spTree>
    <p:extLst>
      <p:ext uri="{BB962C8B-B14F-4D97-AF65-F5344CB8AC3E}">
        <p14:creationId xmlns:p14="http://schemas.microsoft.com/office/powerpoint/2010/main" val="16322109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FE347C-0DBA-466B-945F-1463A87D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619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9B7C58"/>
                </a:solidFill>
              </a:defRPr>
            </a:defPPr>
            <a:lvl1pPr>
              <a:defRPr sz="1200" b="0">
                <a:solidFill>
                  <a:srgbClr val="9B7C58"/>
                </a:solidFill>
              </a:defRPr>
            </a:lvl1pPr>
            <a:lvl2pPr>
              <a:defRPr sz="1200" b="0">
                <a:solidFill>
                  <a:srgbClr val="9B7C58"/>
                </a:solidFill>
              </a:defRPr>
            </a:lvl2pPr>
            <a:lvl3pPr>
              <a:defRPr sz="1200" b="0">
                <a:solidFill>
                  <a:srgbClr val="9B7C58"/>
                </a:solidFill>
              </a:defRPr>
            </a:lvl3pPr>
            <a:lvl4pPr>
              <a:defRPr sz="1200" b="0">
                <a:solidFill>
                  <a:srgbClr val="9B7C58"/>
                </a:solidFill>
              </a:defRPr>
            </a:lvl4pPr>
            <a:lvl5pPr>
              <a:defRPr sz="1200" b="0">
                <a:solidFill>
                  <a:srgbClr val="9B7C58"/>
                </a:solidFill>
              </a:defRPr>
            </a:lvl5pPr>
            <a:lvl6pPr>
              <a:defRPr sz="1200" b="0">
                <a:solidFill>
                  <a:srgbClr val="9B7C58"/>
                </a:solidFill>
              </a:defRPr>
            </a:lvl6pPr>
            <a:lvl7pPr>
              <a:defRPr sz="1200" b="0">
                <a:solidFill>
                  <a:srgbClr val="9B7C58"/>
                </a:solidFill>
              </a:defRPr>
            </a:lvl7pPr>
            <a:lvl8pPr>
              <a:defRPr sz="1200" b="0">
                <a:solidFill>
                  <a:srgbClr val="9B7C58"/>
                </a:solidFill>
              </a:defRPr>
            </a:lvl8pPr>
            <a:lvl9pPr>
              <a:defRPr sz="1200" b="0">
                <a:solidFill>
                  <a:srgbClr val="9B7C58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9B7C58"/>
                </a:solidFill>
              </a:defRPr>
            </a:pPr>
            <a:r>
              <a:rPr sz="1200" b="0">
                <a:solidFill>
                  <a:srgbClr val="9B7C58"/>
                </a:solidFill>
                <a:latin typeface="Malgun Gothic"/>
                <a:ea typeface="Malgun Gothic"/>
                <a:cs typeface="Malgun Gothic"/>
              </a:rPr>
              <a:t>06 / ARCHI NOVA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E32F6A-6CCD-4FAF-8552-ECC67C75E7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93c28aa79a4b7a"/>
          <a:stretch xmlns:a="http://schemas.openxmlformats.org/drawingml/2006/main"/>
        </p:blipFill>
        <p:spPr>
          <a:xfrm xmlns:a="http://schemas.openxmlformats.org/drawingml/2006/main">
            <a:off x="9645152" y="238125"/>
            <a:ext cx="1788521" cy="536734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F2D0E8-B642-4CF8-ADCC-E769FBA65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1277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000" b="1">
                <a:solidFill>
                  <a:srgbClr val="302C27"/>
                </a:solidFill>
              </a:defRPr>
            </a:defPPr>
            <a:lvl1pPr>
              <a:defRPr sz="3000" b="1">
                <a:solidFill>
                  <a:srgbClr val="302C27"/>
                </a:solidFill>
              </a:defRPr>
            </a:lvl1pPr>
            <a:lvl2pPr>
              <a:defRPr sz="3000" b="1">
                <a:solidFill>
                  <a:srgbClr val="302C27"/>
                </a:solidFill>
              </a:defRPr>
            </a:lvl2pPr>
            <a:lvl3pPr>
              <a:defRPr sz="3000" b="1">
                <a:solidFill>
                  <a:srgbClr val="302C27"/>
                </a:solidFill>
              </a:defRPr>
            </a:lvl3pPr>
            <a:lvl4pPr>
              <a:defRPr sz="3000" b="1">
                <a:solidFill>
                  <a:srgbClr val="302C27"/>
                </a:solidFill>
              </a:defRPr>
            </a:lvl4pPr>
            <a:lvl5pPr>
              <a:defRPr sz="3000" b="1">
                <a:solidFill>
                  <a:srgbClr val="302C27"/>
                </a:solidFill>
              </a:defRPr>
            </a:lvl5pPr>
            <a:lvl6pPr>
              <a:defRPr sz="3000" b="1">
                <a:solidFill>
                  <a:srgbClr val="302C27"/>
                </a:solidFill>
              </a:defRPr>
            </a:lvl6pPr>
            <a:lvl7pPr>
              <a:defRPr sz="3000" b="1">
                <a:solidFill>
                  <a:srgbClr val="302C27"/>
                </a:solidFill>
              </a:defRPr>
            </a:lvl7pPr>
            <a:lvl8pPr>
              <a:defRPr sz="3000" b="1">
                <a:solidFill>
                  <a:srgbClr val="302C27"/>
                </a:solidFill>
              </a:defRPr>
            </a:lvl8pPr>
            <a:lvl9pPr>
              <a:defRPr sz="3000" b="1">
                <a:solidFill>
                  <a:srgbClr val="302C27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302C27"/>
                </a:solidFill>
              </a:defRPr>
            </a:pPr>
            <a:r>
              <a:rPr sz="3000" b="1">
                <a:solidFill>
                  <a:srgbClr val="302C27"/>
                </a:solidFill>
                <a:latin typeface="Malgun Gothic"/>
                <a:ea typeface="Malgun Gothic"/>
                <a:cs typeface="Malgun Gothic"/>
              </a:rPr>
              <a:t>루프탑의 생활과 층별 높이를 연결하다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12CF27-8806-4260-93A2-9CF34DAF5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6850"/>
            <a:ext cx="11277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746D64"/>
                </a:solidFill>
              </a:defRPr>
            </a:defPPr>
            <a:lvl1pPr>
              <a:defRPr sz="1575" b="0">
                <a:solidFill>
                  <a:srgbClr val="746D64"/>
                </a:solidFill>
              </a:defRPr>
            </a:lvl1pPr>
            <a:lvl2pPr>
              <a:defRPr sz="1575" b="0">
                <a:solidFill>
                  <a:srgbClr val="746D64"/>
                </a:solidFill>
              </a:defRPr>
            </a:lvl2pPr>
            <a:lvl3pPr>
              <a:defRPr sz="1575" b="0">
                <a:solidFill>
                  <a:srgbClr val="746D64"/>
                </a:solidFill>
              </a:defRPr>
            </a:lvl3pPr>
            <a:lvl4pPr>
              <a:defRPr sz="1575" b="0">
                <a:solidFill>
                  <a:srgbClr val="746D64"/>
                </a:solidFill>
              </a:defRPr>
            </a:lvl4pPr>
            <a:lvl5pPr>
              <a:defRPr sz="1575" b="0">
                <a:solidFill>
                  <a:srgbClr val="746D64"/>
                </a:solidFill>
              </a:defRPr>
            </a:lvl5pPr>
            <a:lvl6pPr>
              <a:defRPr sz="1575" b="0">
                <a:solidFill>
                  <a:srgbClr val="746D64"/>
                </a:solidFill>
              </a:defRPr>
            </a:lvl6pPr>
            <a:lvl7pPr>
              <a:defRPr sz="1575" b="0">
                <a:solidFill>
                  <a:srgbClr val="746D64"/>
                </a:solidFill>
              </a:defRPr>
            </a:lvl7pPr>
            <a:lvl8pPr>
              <a:defRPr sz="1575" b="0">
                <a:solidFill>
                  <a:srgbClr val="746D64"/>
                </a:solidFill>
              </a:defRPr>
            </a:lvl8pPr>
            <a:lvl9pPr>
              <a:defRPr sz="1575" b="0">
                <a:solidFill>
                  <a:srgbClr val="746D64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746D64"/>
                </a:solidFill>
              </a:defRPr>
            </a:pPr>
            <a:r>
              <a:rPr sz="1575" b="0">
                <a:solidFill>
                  <a:srgbClr val="746D64"/>
                </a:solidFill>
                <a:latin typeface="Malgun Gothic"/>
                <a:ea typeface="Malgun Gothic"/>
                <a:cs typeface="Malgun Gothic"/>
              </a:rPr>
              <a:t>다락 라운지 · 테라스 · 입단면 레벨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29E510-8F8A-4F44-A76A-DFC19CE74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91275"/>
            <a:ext cx="112776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DA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E05F01-48C0-4225-B718-0B3B5AB5B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11277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050" b="0">
                <a:solidFill>
                  <a:srgbClr val="746D64"/>
                </a:solidFill>
              </a:defRPr>
            </a:defPPr>
            <a:lvl1pPr>
              <a:defRPr sz="1050" b="0">
                <a:solidFill>
                  <a:srgbClr val="746D64"/>
                </a:solidFill>
              </a:defRPr>
            </a:lvl1pPr>
            <a:lvl2pPr>
              <a:defRPr sz="1050" b="0">
                <a:solidFill>
                  <a:srgbClr val="746D64"/>
                </a:solidFill>
              </a:defRPr>
            </a:lvl2pPr>
            <a:lvl3pPr>
              <a:defRPr sz="1050" b="0">
                <a:solidFill>
                  <a:srgbClr val="746D64"/>
                </a:solidFill>
              </a:defRPr>
            </a:lvl3pPr>
            <a:lvl4pPr>
              <a:defRPr sz="1050" b="0">
                <a:solidFill>
                  <a:srgbClr val="746D64"/>
                </a:solidFill>
              </a:defRPr>
            </a:lvl4pPr>
            <a:lvl5pPr>
              <a:defRPr sz="1050" b="0">
                <a:solidFill>
                  <a:srgbClr val="746D64"/>
                </a:solidFill>
              </a:defRPr>
            </a:lvl5pPr>
            <a:lvl6pPr>
              <a:defRPr sz="1050" b="0">
                <a:solidFill>
                  <a:srgbClr val="746D64"/>
                </a:solidFill>
              </a:defRPr>
            </a:lvl6pPr>
            <a:lvl7pPr>
              <a:defRPr sz="1050" b="0">
                <a:solidFill>
                  <a:srgbClr val="746D64"/>
                </a:solidFill>
              </a:defRPr>
            </a:lvl7pPr>
            <a:lvl8pPr>
              <a:defRPr sz="1050" b="0">
                <a:solidFill>
                  <a:srgbClr val="746D64"/>
                </a:solidFill>
              </a:defRPr>
            </a:lvl8pPr>
            <a:lvl9pPr>
              <a:defRPr sz="1050" b="0">
                <a:solidFill>
                  <a:srgbClr val="746D64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746D64"/>
                </a:solidFill>
              </a:defRPr>
            </a:pPr>
            <a:r>
              <a:rPr sz="1050" b="0">
                <a:solidFill>
                  <a:srgbClr val="746D64"/>
                </a:solidFill>
                <a:latin typeface="Malgun Gothic"/>
                <a:ea typeface="Malgun Gothic"/>
                <a:cs typeface="Malgun Gothic"/>
              </a:rPr>
              <a:t>모던 3층 단독주택 · 설계 제안 | 도면·재료 제안·추가 확인을 구분합니다.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77D1D6-ABDE-418A-A437-9BC1008D8B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24a72c7e4e49e5"/>
          <a:stretch xmlns:a="http://schemas.openxmlformats.org/drawingml/2006/main"/>
        </p:blipFill>
        <p:spPr>
          <a:xfrm xmlns:a="http://schemas.openxmlformats.org/drawingml/2006/main">
            <a:off x="487964" y="2047875"/>
            <a:ext cx="5786822" cy="3619500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B910F9-66A6-4DB8-9AA3-C7864D6239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2e7880e4514f94"/>
          <a:stretch xmlns:a="http://schemas.openxmlformats.org/drawingml/2006/main"/>
        </p:blipFill>
        <p:spPr>
          <a:xfrm xmlns:a="http://schemas.openxmlformats.org/drawingml/2006/main">
            <a:off x="6686550" y="2255776"/>
            <a:ext cx="5048250" cy="3203697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26D044-5547-47F4-A5C1-04E935010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43575"/>
            <a:ext cx="11277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1">
                <a:solidFill>
                  <a:srgbClr val="302C27"/>
                </a:solidFill>
              </a:defRPr>
            </a:defPPr>
            <a:lvl1pPr>
              <a:defRPr sz="2025" b="1">
                <a:solidFill>
                  <a:srgbClr val="302C27"/>
                </a:solidFill>
              </a:defRPr>
            </a:lvl1pPr>
            <a:lvl2pPr>
              <a:defRPr sz="2025" b="1">
                <a:solidFill>
                  <a:srgbClr val="302C27"/>
                </a:solidFill>
              </a:defRPr>
            </a:lvl2pPr>
            <a:lvl3pPr>
              <a:defRPr sz="2025" b="1">
                <a:solidFill>
                  <a:srgbClr val="302C27"/>
                </a:solidFill>
              </a:defRPr>
            </a:lvl3pPr>
            <a:lvl4pPr>
              <a:defRPr sz="2025" b="1">
                <a:solidFill>
                  <a:srgbClr val="302C27"/>
                </a:solidFill>
              </a:defRPr>
            </a:lvl4pPr>
            <a:lvl5pPr>
              <a:defRPr sz="2025" b="1">
                <a:solidFill>
                  <a:srgbClr val="302C27"/>
                </a:solidFill>
              </a:defRPr>
            </a:lvl5pPr>
            <a:lvl6pPr>
              <a:defRPr sz="2025" b="1">
                <a:solidFill>
                  <a:srgbClr val="302C27"/>
                </a:solidFill>
              </a:defRPr>
            </a:lvl6pPr>
            <a:lvl7pPr>
              <a:defRPr sz="2025" b="1">
                <a:solidFill>
                  <a:srgbClr val="302C27"/>
                </a:solidFill>
              </a:defRPr>
            </a:lvl7pPr>
            <a:lvl8pPr>
              <a:defRPr sz="2025" b="1">
                <a:solidFill>
                  <a:srgbClr val="302C27"/>
                </a:solidFill>
              </a:defRPr>
            </a:lvl8pPr>
            <a:lvl9pPr>
              <a:defRPr sz="2025" b="1">
                <a:solidFill>
                  <a:srgbClr val="302C27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302C27"/>
                </a:solidFill>
              </a:defRPr>
            </a:pPr>
            <a:r>
              <a:rPr sz="2025" b="1">
                <a:solidFill>
                  <a:srgbClr val="302C27"/>
                </a:solidFill>
                <a:latin typeface="Malgun Gothic"/>
                <a:ea typeface="Malgun Gothic"/>
                <a:cs typeface="Malgun Gothic"/>
              </a:rPr>
              <a:t>0.0 → +3.2 → +6.2 → +9.0 → +9.6m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70D762-5722-470C-AFE2-1BB573E6B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15050"/>
            <a:ext cx="11277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746D64"/>
                </a:solidFill>
              </a:defRPr>
            </a:defPPr>
            <a:lvl1pPr>
              <a:defRPr sz="1275" b="0">
                <a:solidFill>
                  <a:srgbClr val="746D64"/>
                </a:solidFill>
              </a:defRPr>
            </a:lvl1pPr>
            <a:lvl2pPr>
              <a:defRPr sz="1275" b="0">
                <a:solidFill>
                  <a:srgbClr val="746D64"/>
                </a:solidFill>
              </a:defRPr>
            </a:lvl2pPr>
            <a:lvl3pPr>
              <a:defRPr sz="1275" b="0">
                <a:solidFill>
                  <a:srgbClr val="746D64"/>
                </a:solidFill>
              </a:defRPr>
            </a:lvl3pPr>
            <a:lvl4pPr>
              <a:defRPr sz="1275" b="0">
                <a:solidFill>
                  <a:srgbClr val="746D64"/>
                </a:solidFill>
              </a:defRPr>
            </a:lvl4pPr>
            <a:lvl5pPr>
              <a:defRPr sz="1275" b="0">
                <a:solidFill>
                  <a:srgbClr val="746D64"/>
                </a:solidFill>
              </a:defRPr>
            </a:lvl5pPr>
            <a:lvl6pPr>
              <a:defRPr sz="1275" b="0">
                <a:solidFill>
                  <a:srgbClr val="746D64"/>
                </a:solidFill>
              </a:defRPr>
            </a:lvl6pPr>
            <a:lvl7pPr>
              <a:defRPr sz="1275" b="0">
                <a:solidFill>
                  <a:srgbClr val="746D64"/>
                </a:solidFill>
              </a:defRPr>
            </a:lvl7pPr>
            <a:lvl8pPr>
              <a:defRPr sz="1275" b="0">
                <a:solidFill>
                  <a:srgbClr val="746D64"/>
                </a:solidFill>
              </a:defRPr>
            </a:lvl8pPr>
            <a:lvl9pPr>
              <a:defRPr sz="1275" b="0">
                <a:solidFill>
                  <a:srgbClr val="746D64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746D64"/>
                </a:solidFill>
              </a:defRPr>
            </a:pPr>
            <a:r>
              <a:rPr sz="1275" b="0">
                <a:solidFill>
                  <a:srgbClr val="746D64"/>
                </a:solidFill>
                <a:latin typeface="Malgun Gothic"/>
                <a:ea typeface="Malgun Gothic"/>
                <a:cs typeface="Malgun Gothic"/>
              </a:rPr>
              <a:t>교육용 모델 입력 레벨 · 법정 높이·면적·구조는 별도 검토</a:t>
            </a:r>
          </a:p>
        </p:txBody>
      </p:sp>
    </p:spTree>
    <p:extLst>
      <p:ext uri="{BB962C8B-B14F-4D97-AF65-F5344CB8AC3E}">
        <p14:creationId xmlns:p14="http://schemas.microsoft.com/office/powerpoint/2010/main" val="36094429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61B9F8-C598-47EF-8A25-EAAB11F58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619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9B7C58"/>
                </a:solidFill>
              </a:defRPr>
            </a:defPPr>
            <a:lvl1pPr>
              <a:defRPr sz="1200" b="0">
                <a:solidFill>
                  <a:srgbClr val="9B7C58"/>
                </a:solidFill>
              </a:defRPr>
            </a:lvl1pPr>
            <a:lvl2pPr>
              <a:defRPr sz="1200" b="0">
                <a:solidFill>
                  <a:srgbClr val="9B7C58"/>
                </a:solidFill>
              </a:defRPr>
            </a:lvl2pPr>
            <a:lvl3pPr>
              <a:defRPr sz="1200" b="0">
                <a:solidFill>
                  <a:srgbClr val="9B7C58"/>
                </a:solidFill>
              </a:defRPr>
            </a:lvl3pPr>
            <a:lvl4pPr>
              <a:defRPr sz="1200" b="0">
                <a:solidFill>
                  <a:srgbClr val="9B7C58"/>
                </a:solidFill>
              </a:defRPr>
            </a:lvl4pPr>
            <a:lvl5pPr>
              <a:defRPr sz="1200" b="0">
                <a:solidFill>
                  <a:srgbClr val="9B7C58"/>
                </a:solidFill>
              </a:defRPr>
            </a:lvl5pPr>
            <a:lvl6pPr>
              <a:defRPr sz="1200" b="0">
                <a:solidFill>
                  <a:srgbClr val="9B7C58"/>
                </a:solidFill>
              </a:defRPr>
            </a:lvl6pPr>
            <a:lvl7pPr>
              <a:defRPr sz="1200" b="0">
                <a:solidFill>
                  <a:srgbClr val="9B7C58"/>
                </a:solidFill>
              </a:defRPr>
            </a:lvl7pPr>
            <a:lvl8pPr>
              <a:defRPr sz="1200" b="0">
                <a:solidFill>
                  <a:srgbClr val="9B7C58"/>
                </a:solidFill>
              </a:defRPr>
            </a:lvl8pPr>
            <a:lvl9pPr>
              <a:defRPr sz="1200" b="0">
                <a:solidFill>
                  <a:srgbClr val="9B7C58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9B7C58"/>
                </a:solidFill>
              </a:defRPr>
            </a:pPr>
            <a:r>
              <a:rPr sz="1200" b="0">
                <a:solidFill>
                  <a:srgbClr val="9B7C58"/>
                </a:solidFill>
                <a:latin typeface="Malgun Gothic"/>
                <a:ea typeface="Malgun Gothic"/>
                <a:cs typeface="Malgun Gothic"/>
              </a:rPr>
              <a:t>07 / ARCHI NOVA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8AED3F-AF22-4085-B53F-E1C6ABA1C3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465347f6fd4ebb"/>
          <a:stretch xmlns:a="http://schemas.openxmlformats.org/drawingml/2006/main"/>
        </p:blipFill>
        <p:spPr>
          <a:xfrm xmlns:a="http://schemas.openxmlformats.org/drawingml/2006/main">
            <a:off x="9645152" y="238125"/>
            <a:ext cx="1788521" cy="536734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F9A7E-6230-44C1-9047-447F58A13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1277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000" b="1">
                <a:solidFill>
                  <a:srgbClr val="302C27"/>
                </a:solidFill>
              </a:defRPr>
            </a:defPPr>
            <a:lvl1pPr>
              <a:defRPr sz="3000" b="1">
                <a:solidFill>
                  <a:srgbClr val="302C27"/>
                </a:solidFill>
              </a:defRPr>
            </a:lvl1pPr>
            <a:lvl2pPr>
              <a:defRPr sz="3000" b="1">
                <a:solidFill>
                  <a:srgbClr val="302C27"/>
                </a:solidFill>
              </a:defRPr>
            </a:lvl2pPr>
            <a:lvl3pPr>
              <a:defRPr sz="3000" b="1">
                <a:solidFill>
                  <a:srgbClr val="302C27"/>
                </a:solidFill>
              </a:defRPr>
            </a:lvl3pPr>
            <a:lvl4pPr>
              <a:defRPr sz="3000" b="1">
                <a:solidFill>
                  <a:srgbClr val="302C27"/>
                </a:solidFill>
              </a:defRPr>
            </a:lvl4pPr>
            <a:lvl5pPr>
              <a:defRPr sz="3000" b="1">
                <a:solidFill>
                  <a:srgbClr val="302C27"/>
                </a:solidFill>
              </a:defRPr>
            </a:lvl5pPr>
            <a:lvl6pPr>
              <a:defRPr sz="3000" b="1">
                <a:solidFill>
                  <a:srgbClr val="302C27"/>
                </a:solidFill>
              </a:defRPr>
            </a:lvl6pPr>
            <a:lvl7pPr>
              <a:defRPr sz="3000" b="1">
                <a:solidFill>
                  <a:srgbClr val="302C27"/>
                </a:solidFill>
              </a:defRPr>
            </a:lvl7pPr>
            <a:lvl8pPr>
              <a:defRPr sz="3000" b="1">
                <a:solidFill>
                  <a:srgbClr val="302C27"/>
                </a:solidFill>
              </a:defRPr>
            </a:lvl8pPr>
            <a:lvl9pPr>
              <a:defRPr sz="3000" b="1">
                <a:solidFill>
                  <a:srgbClr val="302C27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302C27"/>
                </a:solidFill>
              </a:defRPr>
            </a:pPr>
            <a:r>
              <a:rPr sz="3000" b="1">
                <a:solidFill>
                  <a:srgbClr val="302C27"/>
                </a:solidFill>
                <a:latin typeface="Malgun Gothic"/>
                <a:ea typeface="Malgun Gothic"/>
                <a:cs typeface="Malgun Gothic"/>
              </a:rPr>
              <a:t>같은 집, 빛에 따라 달라지는 공간의 인상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98AF0F-30D2-4086-A61A-14AE2AAE3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6850"/>
            <a:ext cx="11277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746D64"/>
                </a:solidFill>
              </a:defRPr>
            </a:defPPr>
            <a:lvl1pPr>
              <a:defRPr sz="1575" b="0">
                <a:solidFill>
                  <a:srgbClr val="746D64"/>
                </a:solidFill>
              </a:defRPr>
            </a:lvl1pPr>
            <a:lvl2pPr>
              <a:defRPr sz="1575" b="0">
                <a:solidFill>
                  <a:srgbClr val="746D64"/>
                </a:solidFill>
              </a:defRPr>
            </a:lvl2pPr>
            <a:lvl3pPr>
              <a:defRPr sz="1575" b="0">
                <a:solidFill>
                  <a:srgbClr val="746D64"/>
                </a:solidFill>
              </a:defRPr>
            </a:lvl3pPr>
            <a:lvl4pPr>
              <a:defRPr sz="1575" b="0">
                <a:solidFill>
                  <a:srgbClr val="746D64"/>
                </a:solidFill>
              </a:defRPr>
            </a:lvl4pPr>
            <a:lvl5pPr>
              <a:defRPr sz="1575" b="0">
                <a:solidFill>
                  <a:srgbClr val="746D64"/>
                </a:solidFill>
              </a:defRPr>
            </a:lvl5pPr>
            <a:lvl6pPr>
              <a:defRPr sz="1575" b="0">
                <a:solidFill>
                  <a:srgbClr val="746D64"/>
                </a:solidFill>
              </a:defRPr>
            </a:lvl6pPr>
            <a:lvl7pPr>
              <a:defRPr sz="1575" b="0">
                <a:solidFill>
                  <a:srgbClr val="746D64"/>
                </a:solidFill>
              </a:defRPr>
            </a:lvl7pPr>
            <a:lvl8pPr>
              <a:defRPr sz="1575" b="0">
                <a:solidFill>
                  <a:srgbClr val="746D64"/>
                </a:solidFill>
              </a:defRPr>
            </a:lvl8pPr>
            <a:lvl9pPr>
              <a:defRPr sz="1575" b="0">
                <a:solidFill>
                  <a:srgbClr val="746D64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746D64"/>
                </a:solidFill>
              </a:defRPr>
            </a:pPr>
            <a:r>
              <a:rPr sz="1575" b="0">
                <a:solidFill>
                  <a:srgbClr val="746D64"/>
                </a:solidFill>
                <a:latin typeface="Malgun Gothic"/>
                <a:ea typeface="Malgun Gothic"/>
                <a:cs typeface="Malgun Gothic"/>
              </a:rPr>
              <a:t>주간과 석양 외관 · 따뜻한 내부의 재료와 채광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E6E1EC-8176-482C-86E9-CF229B39B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91275"/>
            <a:ext cx="112776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DA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BF8AE7-87EB-4B88-8351-2C3E44027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11277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050" b="0">
                <a:solidFill>
                  <a:srgbClr val="746D64"/>
                </a:solidFill>
              </a:defRPr>
            </a:defPPr>
            <a:lvl1pPr>
              <a:defRPr sz="1050" b="0">
                <a:solidFill>
                  <a:srgbClr val="746D64"/>
                </a:solidFill>
              </a:defRPr>
            </a:lvl1pPr>
            <a:lvl2pPr>
              <a:defRPr sz="1050" b="0">
                <a:solidFill>
                  <a:srgbClr val="746D64"/>
                </a:solidFill>
              </a:defRPr>
            </a:lvl2pPr>
            <a:lvl3pPr>
              <a:defRPr sz="1050" b="0">
                <a:solidFill>
                  <a:srgbClr val="746D64"/>
                </a:solidFill>
              </a:defRPr>
            </a:lvl3pPr>
            <a:lvl4pPr>
              <a:defRPr sz="1050" b="0">
                <a:solidFill>
                  <a:srgbClr val="746D64"/>
                </a:solidFill>
              </a:defRPr>
            </a:lvl4pPr>
            <a:lvl5pPr>
              <a:defRPr sz="1050" b="0">
                <a:solidFill>
                  <a:srgbClr val="746D64"/>
                </a:solidFill>
              </a:defRPr>
            </a:lvl5pPr>
            <a:lvl6pPr>
              <a:defRPr sz="1050" b="0">
                <a:solidFill>
                  <a:srgbClr val="746D64"/>
                </a:solidFill>
              </a:defRPr>
            </a:lvl6pPr>
            <a:lvl7pPr>
              <a:defRPr sz="1050" b="0">
                <a:solidFill>
                  <a:srgbClr val="746D64"/>
                </a:solidFill>
              </a:defRPr>
            </a:lvl7pPr>
            <a:lvl8pPr>
              <a:defRPr sz="1050" b="0">
                <a:solidFill>
                  <a:srgbClr val="746D64"/>
                </a:solidFill>
              </a:defRPr>
            </a:lvl8pPr>
            <a:lvl9pPr>
              <a:defRPr sz="1050" b="0">
                <a:solidFill>
                  <a:srgbClr val="746D64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746D64"/>
                </a:solidFill>
              </a:defRPr>
            </a:pPr>
            <a:r>
              <a:rPr sz="1050" b="0">
                <a:solidFill>
                  <a:srgbClr val="746D64"/>
                </a:solidFill>
                <a:latin typeface="Malgun Gothic"/>
                <a:ea typeface="Malgun Gothic"/>
                <a:cs typeface="Malgun Gothic"/>
              </a:rPr>
              <a:t>모던 3층 단독주택 · 설계 제안 | 도면·재료 제안·추가 확인을 구분합니다.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232992-8D62-4428-9F09-4F10A26C57F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1f977a92184ee3"/>
          <a:stretch xmlns:a="http://schemas.openxmlformats.org/drawingml/2006/main"/>
        </p:blipFill>
        <p:spPr>
          <a:xfrm xmlns:a="http://schemas.openxmlformats.org/drawingml/2006/main">
            <a:off x="731476" y="2047875"/>
            <a:ext cx="4918798" cy="3076575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DE250B-47C1-439D-B403-79E2491361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9399dcea144fa6"/>
          <a:stretch xmlns:a="http://schemas.openxmlformats.org/drawingml/2006/main"/>
        </p:blipFill>
        <p:spPr>
          <a:xfrm xmlns:a="http://schemas.openxmlformats.org/drawingml/2006/main">
            <a:off x="6541726" y="2047875"/>
            <a:ext cx="4918798" cy="307657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6D28FD-5D18-4D97-BF4B-D8B0D2CD3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0"/>
            <a:ext cx="5467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1">
                <a:solidFill>
                  <a:srgbClr val="302C27"/>
                </a:solidFill>
              </a:defRPr>
            </a:defPPr>
            <a:lvl1pPr>
              <a:defRPr sz="1875" b="1">
                <a:solidFill>
                  <a:srgbClr val="302C27"/>
                </a:solidFill>
              </a:defRPr>
            </a:lvl1pPr>
            <a:lvl2pPr>
              <a:defRPr sz="1875" b="1">
                <a:solidFill>
                  <a:srgbClr val="302C27"/>
                </a:solidFill>
              </a:defRPr>
            </a:lvl2pPr>
            <a:lvl3pPr>
              <a:defRPr sz="1875" b="1">
                <a:solidFill>
                  <a:srgbClr val="302C27"/>
                </a:solidFill>
              </a:defRPr>
            </a:lvl3pPr>
            <a:lvl4pPr>
              <a:defRPr sz="1875" b="1">
                <a:solidFill>
                  <a:srgbClr val="302C27"/>
                </a:solidFill>
              </a:defRPr>
            </a:lvl4pPr>
            <a:lvl5pPr>
              <a:defRPr sz="1875" b="1">
                <a:solidFill>
                  <a:srgbClr val="302C27"/>
                </a:solidFill>
              </a:defRPr>
            </a:lvl5pPr>
            <a:lvl6pPr>
              <a:defRPr sz="1875" b="1">
                <a:solidFill>
                  <a:srgbClr val="302C27"/>
                </a:solidFill>
              </a:defRPr>
            </a:lvl6pPr>
            <a:lvl7pPr>
              <a:defRPr sz="1875" b="1">
                <a:solidFill>
                  <a:srgbClr val="302C27"/>
                </a:solidFill>
              </a:defRPr>
            </a:lvl7pPr>
            <a:lvl8pPr>
              <a:defRPr sz="1875" b="1">
                <a:solidFill>
                  <a:srgbClr val="302C27"/>
                </a:solidFill>
              </a:defRPr>
            </a:lvl8pPr>
            <a:lvl9pPr>
              <a:defRPr sz="1875" b="1">
                <a:solidFill>
                  <a:srgbClr val="302C27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302C27"/>
                </a:solidFill>
              </a:defRPr>
            </a:pPr>
            <a:r>
              <a:rPr sz="1875" b="1">
                <a:solidFill>
                  <a:srgbClr val="302C27"/>
                </a:solidFill>
                <a:latin typeface="Malgun Gothic"/>
                <a:ea typeface="Malgun Gothic"/>
                <a:cs typeface="Malgun Gothic"/>
              </a:rPr>
              <a:t>DAYLIGHT · 재료의 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03C4A1-9104-4323-B30C-86D5F7FC8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238750"/>
            <a:ext cx="5467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1">
                <a:solidFill>
                  <a:srgbClr val="302C27"/>
                </a:solidFill>
              </a:defRPr>
            </a:defPPr>
            <a:lvl1pPr>
              <a:defRPr sz="1875" b="1">
                <a:solidFill>
                  <a:srgbClr val="302C27"/>
                </a:solidFill>
              </a:defRPr>
            </a:lvl1pPr>
            <a:lvl2pPr>
              <a:defRPr sz="1875" b="1">
                <a:solidFill>
                  <a:srgbClr val="302C27"/>
                </a:solidFill>
              </a:defRPr>
            </a:lvl2pPr>
            <a:lvl3pPr>
              <a:defRPr sz="1875" b="1">
                <a:solidFill>
                  <a:srgbClr val="302C27"/>
                </a:solidFill>
              </a:defRPr>
            </a:lvl3pPr>
            <a:lvl4pPr>
              <a:defRPr sz="1875" b="1">
                <a:solidFill>
                  <a:srgbClr val="302C27"/>
                </a:solidFill>
              </a:defRPr>
            </a:lvl4pPr>
            <a:lvl5pPr>
              <a:defRPr sz="1875" b="1">
                <a:solidFill>
                  <a:srgbClr val="302C27"/>
                </a:solidFill>
              </a:defRPr>
            </a:lvl5pPr>
            <a:lvl6pPr>
              <a:defRPr sz="1875" b="1">
                <a:solidFill>
                  <a:srgbClr val="302C27"/>
                </a:solidFill>
              </a:defRPr>
            </a:lvl6pPr>
            <a:lvl7pPr>
              <a:defRPr sz="1875" b="1">
                <a:solidFill>
                  <a:srgbClr val="302C27"/>
                </a:solidFill>
              </a:defRPr>
            </a:lvl7pPr>
            <a:lvl8pPr>
              <a:defRPr sz="1875" b="1">
                <a:solidFill>
                  <a:srgbClr val="302C27"/>
                </a:solidFill>
              </a:defRPr>
            </a:lvl8pPr>
            <a:lvl9pPr>
              <a:defRPr sz="1875" b="1">
                <a:solidFill>
                  <a:srgbClr val="302C27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302C27"/>
                </a:solidFill>
              </a:defRPr>
            </a:pPr>
            <a:r>
              <a:rPr sz="1875" b="1">
                <a:solidFill>
                  <a:srgbClr val="302C27"/>
                </a:solidFill>
                <a:latin typeface="Malgun Gothic"/>
                <a:ea typeface="Malgun Gothic"/>
                <a:cs typeface="Malgun Gothic"/>
              </a:rPr>
              <a:t>DUSK · 빛의 깊이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93EACD-514A-4986-8D15-82FD1D0EC4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f108615e2d420a"/>
          <a:srcRect xmlns:a="http://schemas.openxmlformats.org/drawingml/2006/main" l="0" t="20689" r="0" b="206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5715000"/>
            <a:ext cx="1428750" cy="523875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3C2A90-39EB-4569-B5FC-E6A6981D2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772150"/>
            <a:ext cx="95916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746D64"/>
                </a:solidFill>
              </a:defRPr>
            </a:defPPr>
            <a:lvl1pPr>
              <a:defRPr sz="1575" b="0">
                <a:solidFill>
                  <a:srgbClr val="746D64"/>
                </a:solidFill>
              </a:defRPr>
            </a:lvl1pPr>
            <a:lvl2pPr>
              <a:defRPr sz="1575" b="0">
                <a:solidFill>
                  <a:srgbClr val="746D64"/>
                </a:solidFill>
              </a:defRPr>
            </a:lvl2pPr>
            <a:lvl3pPr>
              <a:defRPr sz="1575" b="0">
                <a:solidFill>
                  <a:srgbClr val="746D64"/>
                </a:solidFill>
              </a:defRPr>
            </a:lvl3pPr>
            <a:lvl4pPr>
              <a:defRPr sz="1575" b="0">
                <a:solidFill>
                  <a:srgbClr val="746D64"/>
                </a:solidFill>
              </a:defRPr>
            </a:lvl4pPr>
            <a:lvl5pPr>
              <a:defRPr sz="1575" b="0">
                <a:solidFill>
                  <a:srgbClr val="746D64"/>
                </a:solidFill>
              </a:defRPr>
            </a:lvl5pPr>
            <a:lvl6pPr>
              <a:defRPr sz="1575" b="0">
                <a:solidFill>
                  <a:srgbClr val="746D64"/>
                </a:solidFill>
              </a:defRPr>
            </a:lvl6pPr>
            <a:lvl7pPr>
              <a:defRPr sz="1575" b="0">
                <a:solidFill>
                  <a:srgbClr val="746D64"/>
                </a:solidFill>
              </a:defRPr>
            </a:lvl7pPr>
            <a:lvl8pPr>
              <a:defRPr sz="1575" b="0">
                <a:solidFill>
                  <a:srgbClr val="746D64"/>
                </a:solidFill>
              </a:defRPr>
            </a:lvl8pPr>
            <a:lvl9pPr>
              <a:defRPr sz="1575" b="0">
                <a:solidFill>
                  <a:srgbClr val="746D64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746D64"/>
                </a:solidFill>
              </a:defRPr>
            </a:pPr>
            <a:r>
              <a:rPr sz="1575" b="0">
                <a:solidFill>
                  <a:srgbClr val="746D64"/>
                </a:solidFill>
                <a:latin typeface="Malgun Gothic"/>
                <a:ea typeface="Malgun Gothic"/>
                <a:cs typeface="Malgun Gothic"/>
              </a:rPr>
              <a:t>AI 조명 제안입니다. 일조·조도 성능 검증과 구분해 설명합니다.</a:t>
            </a:r>
          </a:p>
        </p:txBody>
      </p:sp>
    </p:spTree>
    <p:extLst>
      <p:ext uri="{BB962C8B-B14F-4D97-AF65-F5344CB8AC3E}">
        <p14:creationId xmlns:p14="http://schemas.microsoft.com/office/powerpoint/2010/main" val="4609184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FDA152-D804-40DE-AF57-D094B871C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619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9B7C58"/>
                </a:solidFill>
              </a:defRPr>
            </a:defPPr>
            <a:lvl1pPr>
              <a:defRPr sz="1200" b="0">
                <a:solidFill>
                  <a:srgbClr val="9B7C58"/>
                </a:solidFill>
              </a:defRPr>
            </a:lvl1pPr>
            <a:lvl2pPr>
              <a:defRPr sz="1200" b="0">
                <a:solidFill>
                  <a:srgbClr val="9B7C58"/>
                </a:solidFill>
              </a:defRPr>
            </a:lvl2pPr>
            <a:lvl3pPr>
              <a:defRPr sz="1200" b="0">
                <a:solidFill>
                  <a:srgbClr val="9B7C58"/>
                </a:solidFill>
              </a:defRPr>
            </a:lvl3pPr>
            <a:lvl4pPr>
              <a:defRPr sz="1200" b="0">
                <a:solidFill>
                  <a:srgbClr val="9B7C58"/>
                </a:solidFill>
              </a:defRPr>
            </a:lvl4pPr>
            <a:lvl5pPr>
              <a:defRPr sz="1200" b="0">
                <a:solidFill>
                  <a:srgbClr val="9B7C58"/>
                </a:solidFill>
              </a:defRPr>
            </a:lvl5pPr>
            <a:lvl6pPr>
              <a:defRPr sz="1200" b="0">
                <a:solidFill>
                  <a:srgbClr val="9B7C58"/>
                </a:solidFill>
              </a:defRPr>
            </a:lvl6pPr>
            <a:lvl7pPr>
              <a:defRPr sz="1200" b="0">
                <a:solidFill>
                  <a:srgbClr val="9B7C58"/>
                </a:solidFill>
              </a:defRPr>
            </a:lvl7pPr>
            <a:lvl8pPr>
              <a:defRPr sz="1200" b="0">
                <a:solidFill>
                  <a:srgbClr val="9B7C58"/>
                </a:solidFill>
              </a:defRPr>
            </a:lvl8pPr>
            <a:lvl9pPr>
              <a:defRPr sz="1200" b="0">
                <a:solidFill>
                  <a:srgbClr val="9B7C58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9B7C58"/>
                </a:solidFill>
              </a:defRPr>
            </a:pPr>
            <a:r>
              <a:rPr sz="1200" b="0">
                <a:solidFill>
                  <a:srgbClr val="9B7C58"/>
                </a:solidFill>
                <a:latin typeface="Malgun Gothic"/>
                <a:ea typeface="Malgun Gothic"/>
                <a:cs typeface="Malgun Gothic"/>
              </a:rPr>
              <a:t>08 / ARCHI NOVA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2BF986-B930-4FE8-9101-567C458561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da526230724d37"/>
          <a:stretch xmlns:a="http://schemas.openxmlformats.org/drawingml/2006/main"/>
        </p:blipFill>
        <p:spPr>
          <a:xfrm xmlns:a="http://schemas.openxmlformats.org/drawingml/2006/main">
            <a:off x="9645152" y="238125"/>
            <a:ext cx="1788521" cy="536734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CD8A57-3BAB-49B3-B102-4F7B46FAD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1277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000" b="1">
                <a:solidFill>
                  <a:srgbClr val="302C27"/>
                </a:solidFill>
              </a:defRPr>
            </a:defPPr>
            <a:lvl1pPr>
              <a:defRPr sz="3000" b="1">
                <a:solidFill>
                  <a:srgbClr val="302C27"/>
                </a:solidFill>
              </a:defRPr>
            </a:lvl1pPr>
            <a:lvl2pPr>
              <a:defRPr sz="3000" b="1">
                <a:solidFill>
                  <a:srgbClr val="302C27"/>
                </a:solidFill>
              </a:defRPr>
            </a:lvl2pPr>
            <a:lvl3pPr>
              <a:defRPr sz="3000" b="1">
                <a:solidFill>
                  <a:srgbClr val="302C27"/>
                </a:solidFill>
              </a:defRPr>
            </a:lvl3pPr>
            <a:lvl4pPr>
              <a:defRPr sz="3000" b="1">
                <a:solidFill>
                  <a:srgbClr val="302C27"/>
                </a:solidFill>
              </a:defRPr>
            </a:lvl4pPr>
            <a:lvl5pPr>
              <a:defRPr sz="3000" b="1">
                <a:solidFill>
                  <a:srgbClr val="302C27"/>
                </a:solidFill>
              </a:defRPr>
            </a:lvl5pPr>
            <a:lvl6pPr>
              <a:defRPr sz="3000" b="1">
                <a:solidFill>
                  <a:srgbClr val="302C27"/>
                </a:solidFill>
              </a:defRPr>
            </a:lvl6pPr>
            <a:lvl7pPr>
              <a:defRPr sz="3000" b="1">
                <a:solidFill>
                  <a:srgbClr val="302C27"/>
                </a:solidFill>
              </a:defRPr>
            </a:lvl7pPr>
            <a:lvl8pPr>
              <a:defRPr sz="3000" b="1">
                <a:solidFill>
                  <a:srgbClr val="302C27"/>
                </a:solidFill>
              </a:defRPr>
            </a:lvl8pPr>
            <a:lvl9pPr>
              <a:defRPr sz="3000" b="1">
                <a:solidFill>
                  <a:srgbClr val="302C27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302C27"/>
                </a:solidFill>
              </a:defRPr>
            </a:pPr>
            <a:r>
              <a:rPr sz="3000" b="1">
                <a:solidFill>
                  <a:srgbClr val="302C27"/>
                </a:solidFill>
                <a:latin typeface="Malgun Gothic"/>
                <a:ea typeface="Malgun Gothic"/>
                <a:cs typeface="Malgun Gothic"/>
              </a:rPr>
              <a:t>설계의 결론과 다음 확인을 함께 인계하다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C5BAC6-299D-4536-8EEE-9906950FB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6850"/>
            <a:ext cx="11277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746D64"/>
                </a:solidFill>
              </a:defRPr>
            </a:defPPr>
            <a:lvl1pPr>
              <a:defRPr sz="1575" b="0">
                <a:solidFill>
                  <a:srgbClr val="746D64"/>
                </a:solidFill>
              </a:defRPr>
            </a:lvl1pPr>
            <a:lvl2pPr>
              <a:defRPr sz="1575" b="0">
                <a:solidFill>
                  <a:srgbClr val="746D64"/>
                </a:solidFill>
              </a:defRPr>
            </a:lvl2pPr>
            <a:lvl3pPr>
              <a:defRPr sz="1575" b="0">
                <a:solidFill>
                  <a:srgbClr val="746D64"/>
                </a:solidFill>
              </a:defRPr>
            </a:lvl3pPr>
            <a:lvl4pPr>
              <a:defRPr sz="1575" b="0">
                <a:solidFill>
                  <a:srgbClr val="746D64"/>
                </a:solidFill>
              </a:defRPr>
            </a:lvl4pPr>
            <a:lvl5pPr>
              <a:defRPr sz="1575" b="0">
                <a:solidFill>
                  <a:srgbClr val="746D64"/>
                </a:solidFill>
              </a:defRPr>
            </a:lvl5pPr>
            <a:lvl6pPr>
              <a:defRPr sz="1575" b="0">
                <a:solidFill>
                  <a:srgbClr val="746D64"/>
                </a:solidFill>
              </a:defRPr>
            </a:lvl6pPr>
            <a:lvl7pPr>
              <a:defRPr sz="1575" b="0">
                <a:solidFill>
                  <a:srgbClr val="746D64"/>
                </a:solidFill>
              </a:defRPr>
            </a:lvl7pPr>
            <a:lvl8pPr>
              <a:defRPr sz="1575" b="0">
                <a:solidFill>
                  <a:srgbClr val="746D64"/>
                </a:solidFill>
              </a:defRPr>
            </a:lvl8pPr>
            <a:lvl9pPr>
              <a:defRPr sz="1575" b="0">
                <a:solidFill>
                  <a:srgbClr val="746D64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746D64"/>
                </a:solidFill>
              </a:defRPr>
            </a:pPr>
            <a:r>
              <a:rPr sz="1575" b="0">
                <a:solidFill>
                  <a:srgbClr val="746D64"/>
                </a:solidFill>
                <a:latin typeface="Malgun Gothic"/>
                <a:ea typeface="Malgun Gothic"/>
                <a:cs typeface="Malgun Gothic"/>
              </a:rPr>
              <a:t>확인한 모델 조건과 법규·실시설계의 남은 과제를 구분합니다.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5BB4A8-EDE4-417F-9839-06272CE14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91275"/>
            <a:ext cx="112776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DA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9DED2E-5332-440B-AD58-754487D8D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11277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050" b="0">
                <a:solidFill>
                  <a:srgbClr val="746D64"/>
                </a:solidFill>
              </a:defRPr>
            </a:defPPr>
            <a:lvl1pPr>
              <a:defRPr sz="1050" b="0">
                <a:solidFill>
                  <a:srgbClr val="746D64"/>
                </a:solidFill>
              </a:defRPr>
            </a:lvl1pPr>
            <a:lvl2pPr>
              <a:defRPr sz="1050" b="0">
                <a:solidFill>
                  <a:srgbClr val="746D64"/>
                </a:solidFill>
              </a:defRPr>
            </a:lvl2pPr>
            <a:lvl3pPr>
              <a:defRPr sz="1050" b="0">
                <a:solidFill>
                  <a:srgbClr val="746D64"/>
                </a:solidFill>
              </a:defRPr>
            </a:lvl3pPr>
            <a:lvl4pPr>
              <a:defRPr sz="1050" b="0">
                <a:solidFill>
                  <a:srgbClr val="746D64"/>
                </a:solidFill>
              </a:defRPr>
            </a:lvl4pPr>
            <a:lvl5pPr>
              <a:defRPr sz="1050" b="0">
                <a:solidFill>
                  <a:srgbClr val="746D64"/>
                </a:solidFill>
              </a:defRPr>
            </a:lvl5pPr>
            <a:lvl6pPr>
              <a:defRPr sz="1050" b="0">
                <a:solidFill>
                  <a:srgbClr val="746D64"/>
                </a:solidFill>
              </a:defRPr>
            </a:lvl6pPr>
            <a:lvl7pPr>
              <a:defRPr sz="1050" b="0">
                <a:solidFill>
                  <a:srgbClr val="746D64"/>
                </a:solidFill>
              </a:defRPr>
            </a:lvl7pPr>
            <a:lvl8pPr>
              <a:defRPr sz="1050" b="0">
                <a:solidFill>
                  <a:srgbClr val="746D64"/>
                </a:solidFill>
              </a:defRPr>
            </a:lvl8pPr>
            <a:lvl9pPr>
              <a:defRPr sz="1050" b="0">
                <a:solidFill>
                  <a:srgbClr val="746D64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746D64"/>
                </a:solidFill>
              </a:defRPr>
            </a:pPr>
            <a:r>
              <a:rPr sz="1050" b="0">
                <a:solidFill>
                  <a:srgbClr val="746D64"/>
                </a:solidFill>
                <a:latin typeface="Malgun Gothic"/>
                <a:ea typeface="Malgun Gothic"/>
                <a:cs typeface="Malgun Gothic"/>
              </a:rPr>
              <a:t>모던 3층 단독주택 · 설계 제안 | 도면·재료 제안·추가 확인을 구분합니다.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F1C047-69D0-46DC-944C-3E9D9C03A7FD}"/>
              </a:ext>
            </a:extLst>
          </p:cNvPr>
          <p:cNvGraphicFramePr/>
          <p:nvPr/>
        </p:nvGraphicFramePr>
        <p:xfrm>
          <a:off xmlns:a="http://schemas.openxmlformats.org/drawingml/2006/main" x="457200" y="2143125"/>
          <a:ext xmlns:a="http://schemas.openxmlformats.org/drawingml/2006/main" cx="11277600" cy="3000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57375"/>
                <a:gridCol w="4857750"/>
                <a:gridCol w="4562475"/>
              </a:tblGrid>
              <a:tr h="6000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302C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91440" marR="91440" marT="45720" marB="45720">
                    <a:solidFill>
                      <a:srgbClr val="E9E0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302C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근거·상태</a:t>
                      </a:r>
                    </a:p>
                  </a:txBody>
                  <a:tcPr marL="91440" marR="91440" marT="45720" marB="45720">
                    <a:solidFill>
                      <a:srgbClr val="E9E0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302C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다음 확인</a:t>
                      </a:r>
                    </a:p>
                  </a:txBody>
                  <a:tcPr marL="91440" marR="91440" marT="45720" marB="45720">
                    <a:solidFill>
                      <a:srgbClr val="E9E0D2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02C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공간·규모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02C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외곽 12×9m · 모델 레벨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02C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대지·법정 면적·규제 조건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02C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재료·빛</a:t>
                      </a:r>
                    </a:p>
                  </a:txBody>
                  <a:tcPr marL="91440" marR="91440" marT="45720" marB="45720"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02C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콘셉트와 시각화 제안</a:t>
                      </a:r>
                    </a:p>
                  </a:txBody>
                  <a:tcPr marL="91440" marR="91440" marT="45720" marB="45720"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02C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제품 사양·성능·시공비</a:t>
                      </a:r>
                    </a:p>
                  </a:txBody>
                  <a:tcPr marL="91440" marR="91440" marT="45720" marB="45720">
                    <a:solidFill>
                      <a:srgbClr val="F7F4EE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02C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피난·구조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02C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정밀 검토 미확정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02C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원도면·공식 근거·전문가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02C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최종 인계</a:t>
                      </a:r>
                    </a:p>
                  </a:txBody>
                  <a:tcPr marL="91440" marR="91440" marT="45720" marB="45720"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02C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보드·PPT·보고서·출처</a:t>
                      </a:r>
                    </a:p>
                  </a:txBody>
                  <a:tcPr marL="91440" marR="91440" marT="45720" marB="45720"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02C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건축주·실시설계 전 최종 확인</a:t>
                      </a:r>
                    </a:p>
                  </a:txBody>
                  <a:tcPr marL="91440" marR="91440" marT="45720" marB="45720">
                    <a:solidFill>
                      <a:srgbClr val="F7F4EE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3DAF0B-BE6F-451F-A847-731DDCD14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0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325" b="1">
                <a:solidFill>
                  <a:srgbClr val="302C27"/>
                </a:solidFill>
              </a:defRPr>
            </a:defPPr>
            <a:lvl1pPr>
              <a:defRPr sz="2325" b="1">
                <a:solidFill>
                  <a:srgbClr val="302C27"/>
                </a:solidFill>
              </a:defRPr>
            </a:lvl1pPr>
            <a:lvl2pPr>
              <a:defRPr sz="2325" b="1">
                <a:solidFill>
                  <a:srgbClr val="302C27"/>
                </a:solidFill>
              </a:defRPr>
            </a:lvl2pPr>
            <a:lvl3pPr>
              <a:defRPr sz="2325" b="1">
                <a:solidFill>
                  <a:srgbClr val="302C27"/>
                </a:solidFill>
              </a:defRPr>
            </a:lvl3pPr>
            <a:lvl4pPr>
              <a:defRPr sz="2325" b="1">
                <a:solidFill>
                  <a:srgbClr val="302C27"/>
                </a:solidFill>
              </a:defRPr>
            </a:lvl4pPr>
            <a:lvl5pPr>
              <a:defRPr sz="2325" b="1">
                <a:solidFill>
                  <a:srgbClr val="302C27"/>
                </a:solidFill>
              </a:defRPr>
            </a:lvl5pPr>
            <a:lvl6pPr>
              <a:defRPr sz="2325" b="1">
                <a:solidFill>
                  <a:srgbClr val="302C27"/>
                </a:solidFill>
              </a:defRPr>
            </a:lvl6pPr>
            <a:lvl7pPr>
              <a:defRPr sz="2325" b="1">
                <a:solidFill>
                  <a:srgbClr val="302C27"/>
                </a:solidFill>
              </a:defRPr>
            </a:lvl7pPr>
            <a:lvl8pPr>
              <a:defRPr sz="2325" b="1">
                <a:solidFill>
                  <a:srgbClr val="302C27"/>
                </a:solidFill>
              </a:defRPr>
            </a:lvl8pPr>
            <a:lvl9pPr>
              <a:defRPr sz="2325" b="1">
                <a:solidFill>
                  <a:srgbClr val="302C27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302C27"/>
                </a:solidFill>
              </a:defRPr>
            </a:pPr>
            <a:r>
              <a:rPr sz="2325" b="1">
                <a:solidFill>
                  <a:srgbClr val="302C27"/>
                </a:solidFill>
                <a:latin typeface="Malgun Gothic"/>
                <a:ea typeface="Malgun Gothic"/>
                <a:cs typeface="Malgun Gothic"/>
              </a:rPr>
              <a:t>따뜻한 재료로 공간을 잇고,</a:t>
            </a:r>
          </a:p>
          <a:p xmlns:a="http://schemas.openxmlformats.org/drawingml/2006/main">
            <a:pPr>
              <a:defRPr sz="2325" b="1">
                <a:solidFill>
                  <a:srgbClr val="302C27"/>
                </a:solidFill>
              </a:defRPr>
            </a:pPr>
            <a:r>
              <a:rPr sz="2325" b="1">
                <a:solidFill>
                  <a:srgbClr val="302C27"/>
                </a:solidFill>
                <a:latin typeface="Malgun Gothic"/>
                <a:ea typeface="Malgun Gothic"/>
                <a:cs typeface="Malgun Gothic"/>
              </a:rPr>
              <a:t>근거를 남겨 다음 설계로 연결합니다.</a:t>
            </a:r>
          </a:p>
        </p:txBody>
      </p:sp>
    </p:spTree>
    <p:extLst>
      <p:ext uri="{BB962C8B-B14F-4D97-AF65-F5344CB8AC3E}">
        <p14:creationId xmlns:p14="http://schemas.microsoft.com/office/powerpoint/2010/main" val="4930882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2026-10-19T08:30:23.8510000Z</dcterms:created>
  <dcterms:modified xsi:type="dcterms:W3CDTF">2026-10-19T08:30:23.8520000Z</dcterms:modified>
</coreProperties>
</file>